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4"/>
  </p:sldMasterIdLst>
  <p:notesMasterIdLst>
    <p:notesMasterId r:id="rId16"/>
  </p:notesMasterIdLst>
  <p:sldIdLst>
    <p:sldId id="268" r:id="rId5"/>
    <p:sldId id="270" r:id="rId6"/>
    <p:sldId id="258" r:id="rId7"/>
    <p:sldId id="269" r:id="rId8"/>
    <p:sldId id="259" r:id="rId9"/>
    <p:sldId id="260" r:id="rId10"/>
    <p:sldId id="261" r:id="rId11"/>
    <p:sldId id="262" r:id="rId12"/>
    <p:sldId id="263" r:id="rId13"/>
    <p:sldId id="264" r:id="rId14"/>
    <p:sldId id="265" r:id="rId15"/>
  </p:sldIdLst>
  <p:sldSz cx="10080625" cy="5670550"/>
  <p:notesSz cx="7559675" cy="10691813"/>
  <p:defaultTextStyle>
    <a:defPPr>
      <a:defRPr lang="en-GB"/>
    </a:defPPr>
    <a:lvl1pPr algn="l" defTabSz="449176" rtl="0" fontAlgn="base" hangingPunct="0">
      <a:lnSpc>
        <a:spcPct val="93000"/>
      </a:lnSpc>
      <a:spcBef>
        <a:spcPts val="13"/>
      </a:spcBef>
      <a:spcAft>
        <a:spcPts val="13"/>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1pPr>
    <a:lvl2pPr marL="742806" indent="-285695" algn="l" defTabSz="449176" rtl="0" fontAlgn="base" hangingPunct="0">
      <a:lnSpc>
        <a:spcPct val="93000"/>
      </a:lnSpc>
      <a:spcBef>
        <a:spcPts val="13"/>
      </a:spcBef>
      <a:spcAft>
        <a:spcPts val="13"/>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2pPr>
    <a:lvl3pPr marL="1142779" indent="-228556" algn="l" defTabSz="449176" rtl="0" fontAlgn="base" hangingPunct="0">
      <a:lnSpc>
        <a:spcPct val="93000"/>
      </a:lnSpc>
      <a:spcBef>
        <a:spcPts val="13"/>
      </a:spcBef>
      <a:spcAft>
        <a:spcPts val="13"/>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3pPr>
    <a:lvl4pPr marL="1599890" indent="-228556" algn="l" defTabSz="449176" rtl="0" fontAlgn="base" hangingPunct="0">
      <a:lnSpc>
        <a:spcPct val="93000"/>
      </a:lnSpc>
      <a:spcBef>
        <a:spcPts val="13"/>
      </a:spcBef>
      <a:spcAft>
        <a:spcPts val="13"/>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4pPr>
    <a:lvl5pPr marL="2057002" indent="-228556" algn="l" defTabSz="449176" rtl="0" fontAlgn="base" hangingPunct="0">
      <a:lnSpc>
        <a:spcPct val="93000"/>
      </a:lnSpc>
      <a:spcBef>
        <a:spcPts val="13"/>
      </a:spcBef>
      <a:spcAft>
        <a:spcPts val="13"/>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5pPr>
    <a:lvl6pPr marL="2285558" algn="l" defTabSz="914223" rtl="0" eaLnBrk="1" latinLnBrk="0" hangingPunct="1">
      <a:defRPr kern="1200">
        <a:solidFill>
          <a:schemeClr val="tx1"/>
        </a:solidFill>
        <a:latin typeface="Arial" panose="020B0604020202020204" pitchFamily="34" charset="0"/>
        <a:ea typeface="Microsoft YaHei" panose="020B0503020204020204" pitchFamily="34" charset="-122"/>
        <a:cs typeface="+mn-cs"/>
      </a:defRPr>
    </a:lvl6pPr>
    <a:lvl7pPr marL="2742669" algn="l" defTabSz="914223" rtl="0" eaLnBrk="1" latinLnBrk="0" hangingPunct="1">
      <a:defRPr kern="1200">
        <a:solidFill>
          <a:schemeClr val="tx1"/>
        </a:solidFill>
        <a:latin typeface="Arial" panose="020B0604020202020204" pitchFamily="34" charset="0"/>
        <a:ea typeface="Microsoft YaHei" panose="020B0503020204020204" pitchFamily="34" charset="-122"/>
        <a:cs typeface="+mn-cs"/>
      </a:defRPr>
    </a:lvl7pPr>
    <a:lvl8pPr marL="3199781" algn="l" defTabSz="914223" rtl="0" eaLnBrk="1" latinLnBrk="0" hangingPunct="1">
      <a:defRPr kern="1200">
        <a:solidFill>
          <a:schemeClr val="tx1"/>
        </a:solidFill>
        <a:latin typeface="Arial" panose="020B0604020202020204" pitchFamily="34" charset="0"/>
        <a:ea typeface="Microsoft YaHei" panose="020B0503020204020204" pitchFamily="34" charset="-122"/>
        <a:cs typeface="+mn-cs"/>
      </a:defRPr>
    </a:lvl8pPr>
    <a:lvl9pPr marL="3656893" algn="l" defTabSz="914223" rtl="0" eaLnBrk="1" latinLnBrk="0" hangingPunct="1">
      <a:defRPr kern="1200">
        <a:solidFill>
          <a:schemeClr val="tx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BFF6B"/>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A1B172-15AA-4990-8911-47EE1EB7BED5}" v="2" dt="2026-03-07T07:09:59.442"/>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8" d="100"/>
          <a:sy n="98" d="100"/>
        </p:scale>
        <p:origin x="1686" y="600"/>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a:extLst>
              <a:ext uri="{FF2B5EF4-FFF2-40B4-BE49-F238E27FC236}">
                <a16:creationId xmlns:a16="http://schemas.microsoft.com/office/drawing/2014/main" id="{2C9E04E1-6C01-9E1E-4593-F79952507CDF}"/>
              </a:ext>
            </a:extLst>
          </p:cNvPr>
          <p:cNvSpPr>
            <a:spLocks noGrp="1" noRot="1" noChangeAspect="1" noChangeArrowheads="1"/>
          </p:cNvSpPr>
          <p:nvPr>
            <p:ph type="sldImg"/>
          </p:nvPr>
        </p:nvSpPr>
        <p:spPr bwMode="auto">
          <a:xfrm>
            <a:off x="217488" y="812800"/>
            <a:ext cx="7123112"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0" name="Rectangle 2">
            <a:extLst>
              <a:ext uri="{FF2B5EF4-FFF2-40B4-BE49-F238E27FC236}">
                <a16:creationId xmlns:a16="http://schemas.microsoft.com/office/drawing/2014/main" id="{EDD41CFC-9FAE-C7B3-21DA-8CF3CEEBF465}"/>
              </a:ext>
            </a:extLst>
          </p:cNvPr>
          <p:cNvSpPr>
            <a:spLocks noGrp="1" noChangeArrowheads="1"/>
          </p:cNvSpPr>
          <p:nvPr>
            <p:ph type="body"/>
          </p:nvPr>
        </p:nvSpPr>
        <p:spPr bwMode="auto">
          <a:xfrm>
            <a:off x="755650" y="5078413"/>
            <a:ext cx="6046788" cy="481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ltLang="en-US"/>
          </a:p>
        </p:txBody>
      </p:sp>
      <p:sp>
        <p:nvSpPr>
          <p:cNvPr id="2051" name="Rectangle 3">
            <a:extLst>
              <a:ext uri="{FF2B5EF4-FFF2-40B4-BE49-F238E27FC236}">
                <a16:creationId xmlns:a16="http://schemas.microsoft.com/office/drawing/2014/main" id="{3511AD2C-1C76-E4CC-D7EA-70854C9C0E41}"/>
              </a:ext>
            </a:extLst>
          </p:cNvPr>
          <p:cNvSpPr>
            <a:spLocks noGrp="1" noChangeArrowheads="1"/>
          </p:cNvSpPr>
          <p:nvPr>
            <p:ph type="hdr"/>
          </p:nvPr>
        </p:nvSpPr>
        <p:spPr bwMode="auto">
          <a:xfrm>
            <a:off x="0" y="0"/>
            <a:ext cx="32797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Segoe UI" panose="020B0502040204020203" pitchFamily="34" charset="0"/>
              </a:defRPr>
            </a:lvl1pPr>
          </a:lstStyle>
          <a:p>
            <a:endParaRPr lang="en-GB" altLang="en-US"/>
          </a:p>
        </p:txBody>
      </p:sp>
      <p:sp>
        <p:nvSpPr>
          <p:cNvPr id="2052" name="Rectangle 4">
            <a:extLst>
              <a:ext uri="{FF2B5EF4-FFF2-40B4-BE49-F238E27FC236}">
                <a16:creationId xmlns:a16="http://schemas.microsoft.com/office/drawing/2014/main" id="{A0499141-F0FF-898A-C35B-9EE47BB3A096}"/>
              </a:ext>
            </a:extLst>
          </p:cNvPr>
          <p:cNvSpPr>
            <a:spLocks noGrp="1" noChangeArrowheads="1"/>
          </p:cNvSpPr>
          <p:nvPr>
            <p:ph type="dt"/>
          </p:nvPr>
        </p:nvSpPr>
        <p:spPr bwMode="auto">
          <a:xfrm>
            <a:off x="4278313" y="0"/>
            <a:ext cx="32797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Segoe UI" panose="020B0502040204020203" pitchFamily="34" charset="0"/>
              </a:defRPr>
            </a:lvl1pPr>
          </a:lstStyle>
          <a:p>
            <a:endParaRPr lang="en-GB" altLang="en-US"/>
          </a:p>
        </p:txBody>
      </p:sp>
      <p:sp>
        <p:nvSpPr>
          <p:cNvPr id="2053" name="Rectangle 5">
            <a:extLst>
              <a:ext uri="{FF2B5EF4-FFF2-40B4-BE49-F238E27FC236}">
                <a16:creationId xmlns:a16="http://schemas.microsoft.com/office/drawing/2014/main" id="{F9FBA6BF-758A-A098-6064-36D4A6E1734B}"/>
              </a:ext>
            </a:extLst>
          </p:cNvPr>
          <p:cNvSpPr>
            <a:spLocks noGrp="1" noChangeArrowheads="1"/>
          </p:cNvSpPr>
          <p:nvPr>
            <p:ph type="ftr"/>
          </p:nvPr>
        </p:nvSpPr>
        <p:spPr bwMode="auto">
          <a:xfrm>
            <a:off x="0" y="10156825"/>
            <a:ext cx="32797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Segoe UI" panose="020B0502040204020203" pitchFamily="34" charset="0"/>
              </a:defRPr>
            </a:lvl1pPr>
          </a:lstStyle>
          <a:p>
            <a:endParaRPr lang="en-GB" altLang="en-US"/>
          </a:p>
        </p:txBody>
      </p:sp>
      <p:sp>
        <p:nvSpPr>
          <p:cNvPr id="2054" name="Rectangle 6">
            <a:extLst>
              <a:ext uri="{FF2B5EF4-FFF2-40B4-BE49-F238E27FC236}">
                <a16:creationId xmlns:a16="http://schemas.microsoft.com/office/drawing/2014/main" id="{2F599F66-D45C-6B96-1C58-120F5A560C82}"/>
              </a:ext>
            </a:extLst>
          </p:cNvPr>
          <p:cNvSpPr>
            <a:spLocks noGrp="1" noChangeArrowheads="1"/>
          </p:cNvSpPr>
          <p:nvPr>
            <p:ph type="sldNum"/>
          </p:nvPr>
        </p:nvSpPr>
        <p:spPr bwMode="auto">
          <a:xfrm>
            <a:off x="4278313" y="10156825"/>
            <a:ext cx="32797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Segoe UI" panose="020B0502040204020203" pitchFamily="34" charset="0"/>
              </a:defRPr>
            </a:lvl1pPr>
          </a:lstStyle>
          <a:p>
            <a:fld id="{F4D8EA3A-7DF9-48DB-87B4-C0DF12BC0584}"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defTabSz="449176"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806" indent="-285695" algn="l" defTabSz="449176"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2779" indent="-228556" algn="l" defTabSz="449176"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599890" indent="-228556" algn="l" defTabSz="449176"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002" indent="-228556" algn="l" defTabSz="449176"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5558" algn="l" defTabSz="914223" rtl="0" eaLnBrk="1" latinLnBrk="0" hangingPunct="1">
      <a:defRPr sz="1200" kern="1200">
        <a:solidFill>
          <a:schemeClr val="tx1"/>
        </a:solidFill>
        <a:latin typeface="+mn-lt"/>
        <a:ea typeface="+mn-ea"/>
        <a:cs typeface="+mn-cs"/>
      </a:defRPr>
    </a:lvl6pPr>
    <a:lvl7pPr marL="2742669" algn="l" defTabSz="914223" rtl="0" eaLnBrk="1" latinLnBrk="0" hangingPunct="1">
      <a:defRPr sz="1200" kern="1200">
        <a:solidFill>
          <a:schemeClr val="tx1"/>
        </a:solidFill>
        <a:latin typeface="+mn-lt"/>
        <a:ea typeface="+mn-ea"/>
        <a:cs typeface="+mn-cs"/>
      </a:defRPr>
    </a:lvl7pPr>
    <a:lvl8pPr marL="3199781" algn="l" defTabSz="914223" rtl="0" eaLnBrk="1" latinLnBrk="0" hangingPunct="1">
      <a:defRPr sz="1200" kern="1200">
        <a:solidFill>
          <a:schemeClr val="tx1"/>
        </a:solidFill>
        <a:latin typeface="+mn-lt"/>
        <a:ea typeface="+mn-ea"/>
        <a:cs typeface="+mn-cs"/>
      </a:defRPr>
    </a:lvl8pPr>
    <a:lvl9pPr marL="3656893" algn="l" defTabSz="91422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7B5FEA0-0275-D9FF-8570-12B443E6BC24}"/>
            </a:ext>
          </a:extLst>
        </p:cNvPr>
        <p:cNvGrpSpPr/>
        <p:nvPr/>
      </p:nvGrpSpPr>
      <p:grpSpPr>
        <a:xfrm>
          <a:off x="0" y="0"/>
          <a:ext cx="0" cy="0"/>
          <a:chOff x="0" y="0"/>
          <a:chExt cx="0" cy="0"/>
        </a:xfrm>
      </p:grpSpPr>
      <p:sp>
        <p:nvSpPr>
          <p:cNvPr id="5" name="Rectangle 6">
            <a:extLst>
              <a:ext uri="{FF2B5EF4-FFF2-40B4-BE49-F238E27FC236}">
                <a16:creationId xmlns:a16="http://schemas.microsoft.com/office/drawing/2014/main" id="{FD695F8D-A15E-1825-9D5F-2039504246CD}"/>
              </a:ext>
            </a:extLst>
          </p:cNvPr>
          <p:cNvSpPr>
            <a:spLocks noGrp="1" noChangeArrowheads="1"/>
          </p:cNvSpPr>
          <p:nvPr>
            <p:ph type="sldNum"/>
          </p:nvPr>
        </p:nvSpPr>
        <p:spPr>
          <a:ln/>
        </p:spPr>
        <p:txBody>
          <a:bodyPr/>
          <a:lstStyle/>
          <a:p>
            <a:fld id="{B44C066D-9A44-4728-9EAB-C6FB6B4891B2}" type="slidenum">
              <a:rPr lang="en-GB" altLang="en-US"/>
              <a:pPr/>
              <a:t>2</a:t>
            </a:fld>
            <a:endParaRPr lang="en-GB" altLang="en-US"/>
          </a:p>
        </p:txBody>
      </p:sp>
      <p:sp>
        <p:nvSpPr>
          <p:cNvPr id="14337" name="Rectangle 1">
            <a:extLst>
              <a:ext uri="{FF2B5EF4-FFF2-40B4-BE49-F238E27FC236}">
                <a16:creationId xmlns:a16="http://schemas.microsoft.com/office/drawing/2014/main" id="{CFFA8AA5-E51D-F84D-A3C5-4C5C8D1A56BB}"/>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38" name="Rectangle 2">
            <a:extLst>
              <a:ext uri="{FF2B5EF4-FFF2-40B4-BE49-F238E27FC236}">
                <a16:creationId xmlns:a16="http://schemas.microsoft.com/office/drawing/2014/main" id="{06409E16-1F99-C180-5C9E-9A0C410100F0}"/>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284605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F442D34A-A5C4-FA2E-8062-39B842A3A704}"/>
              </a:ext>
            </a:extLst>
          </p:cNvPr>
          <p:cNvSpPr>
            <a:spLocks noGrp="1" noChangeArrowheads="1"/>
          </p:cNvSpPr>
          <p:nvPr>
            <p:ph type="sldNum"/>
          </p:nvPr>
        </p:nvSpPr>
        <p:spPr>
          <a:ln/>
        </p:spPr>
        <p:txBody>
          <a:bodyPr/>
          <a:lstStyle/>
          <a:p>
            <a:fld id="{B8FB1337-6F1E-47B0-9EA6-DAA42F34F428}" type="slidenum">
              <a:rPr lang="en-GB" altLang="en-US"/>
              <a:pPr/>
              <a:t>3</a:t>
            </a:fld>
            <a:endParaRPr lang="en-GB" altLang="en-US"/>
          </a:p>
        </p:txBody>
      </p:sp>
      <p:sp>
        <p:nvSpPr>
          <p:cNvPr id="15361" name="Rectangle 1">
            <a:extLst>
              <a:ext uri="{FF2B5EF4-FFF2-40B4-BE49-F238E27FC236}">
                <a16:creationId xmlns:a16="http://schemas.microsoft.com/office/drawing/2014/main" id="{01104D27-7E98-2E8C-D5A5-245B308E83D2}"/>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2" name="Rectangle 2">
            <a:extLst>
              <a:ext uri="{FF2B5EF4-FFF2-40B4-BE49-F238E27FC236}">
                <a16:creationId xmlns:a16="http://schemas.microsoft.com/office/drawing/2014/main" id="{6E61FFA1-6F17-0BFA-59FE-D4922628C457}"/>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66ECE47-7D01-F5DB-DA83-EC8CC6E0ED6D}"/>
            </a:ext>
          </a:extLst>
        </p:cNvPr>
        <p:cNvGrpSpPr/>
        <p:nvPr/>
      </p:nvGrpSpPr>
      <p:grpSpPr>
        <a:xfrm>
          <a:off x="0" y="0"/>
          <a:ext cx="0" cy="0"/>
          <a:chOff x="0" y="0"/>
          <a:chExt cx="0" cy="0"/>
        </a:xfrm>
      </p:grpSpPr>
      <p:sp>
        <p:nvSpPr>
          <p:cNvPr id="5" name="Rectangle 6">
            <a:extLst>
              <a:ext uri="{FF2B5EF4-FFF2-40B4-BE49-F238E27FC236}">
                <a16:creationId xmlns:a16="http://schemas.microsoft.com/office/drawing/2014/main" id="{D98DB376-7BB9-D742-619F-4BC33BDE55AC}"/>
              </a:ext>
            </a:extLst>
          </p:cNvPr>
          <p:cNvSpPr>
            <a:spLocks noGrp="1" noChangeArrowheads="1"/>
          </p:cNvSpPr>
          <p:nvPr>
            <p:ph type="sldNum"/>
          </p:nvPr>
        </p:nvSpPr>
        <p:spPr>
          <a:ln/>
        </p:spPr>
        <p:txBody>
          <a:bodyPr/>
          <a:lstStyle/>
          <a:p>
            <a:fld id="{B44C066D-9A44-4728-9EAB-C6FB6B4891B2}" type="slidenum">
              <a:rPr lang="en-GB" altLang="en-US"/>
              <a:pPr/>
              <a:t>4</a:t>
            </a:fld>
            <a:endParaRPr lang="en-GB" altLang="en-US"/>
          </a:p>
        </p:txBody>
      </p:sp>
      <p:sp>
        <p:nvSpPr>
          <p:cNvPr id="14337" name="Rectangle 1">
            <a:extLst>
              <a:ext uri="{FF2B5EF4-FFF2-40B4-BE49-F238E27FC236}">
                <a16:creationId xmlns:a16="http://schemas.microsoft.com/office/drawing/2014/main" id="{7AFA0CD0-B91E-6018-0322-E8A399874C03}"/>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38" name="Rectangle 2">
            <a:extLst>
              <a:ext uri="{FF2B5EF4-FFF2-40B4-BE49-F238E27FC236}">
                <a16:creationId xmlns:a16="http://schemas.microsoft.com/office/drawing/2014/main" id="{CB204575-1F20-A375-050F-E7DEB8805B81}"/>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602998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371925D-F814-27B7-82B6-64D162438BEA}"/>
              </a:ext>
            </a:extLst>
          </p:cNvPr>
          <p:cNvSpPr>
            <a:spLocks noGrp="1" noChangeArrowheads="1"/>
          </p:cNvSpPr>
          <p:nvPr>
            <p:ph type="sldNum"/>
          </p:nvPr>
        </p:nvSpPr>
        <p:spPr>
          <a:ln/>
        </p:spPr>
        <p:txBody>
          <a:bodyPr/>
          <a:lstStyle/>
          <a:p>
            <a:fld id="{7450A574-B83F-4DFD-9FC5-1DB04E5AA407}" type="slidenum">
              <a:rPr lang="en-GB" altLang="en-US"/>
              <a:pPr/>
              <a:t>5</a:t>
            </a:fld>
            <a:endParaRPr lang="en-GB" altLang="en-US"/>
          </a:p>
        </p:txBody>
      </p:sp>
      <p:sp>
        <p:nvSpPr>
          <p:cNvPr id="16385" name="Rectangle 1">
            <a:extLst>
              <a:ext uri="{FF2B5EF4-FFF2-40B4-BE49-F238E27FC236}">
                <a16:creationId xmlns:a16="http://schemas.microsoft.com/office/drawing/2014/main" id="{103DEB38-3030-E024-C496-B829D21DA408}"/>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6" name="Rectangle 2">
            <a:extLst>
              <a:ext uri="{FF2B5EF4-FFF2-40B4-BE49-F238E27FC236}">
                <a16:creationId xmlns:a16="http://schemas.microsoft.com/office/drawing/2014/main" id="{84F2078F-6428-95F7-3C93-5A58C1D4C85A}"/>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707BA267-E163-8731-827A-C9F17C4E045E}"/>
              </a:ext>
            </a:extLst>
          </p:cNvPr>
          <p:cNvSpPr>
            <a:spLocks noGrp="1" noChangeArrowheads="1"/>
          </p:cNvSpPr>
          <p:nvPr>
            <p:ph type="sldNum"/>
          </p:nvPr>
        </p:nvSpPr>
        <p:spPr>
          <a:ln/>
        </p:spPr>
        <p:txBody>
          <a:bodyPr/>
          <a:lstStyle/>
          <a:p>
            <a:fld id="{62ECFA84-E6EF-4AD0-84B4-34B36DA74B25}" type="slidenum">
              <a:rPr lang="en-GB" altLang="en-US"/>
              <a:pPr/>
              <a:t>6</a:t>
            </a:fld>
            <a:endParaRPr lang="en-GB" altLang="en-US"/>
          </a:p>
        </p:txBody>
      </p:sp>
      <p:sp>
        <p:nvSpPr>
          <p:cNvPr id="17409" name="Rectangle 1">
            <a:extLst>
              <a:ext uri="{FF2B5EF4-FFF2-40B4-BE49-F238E27FC236}">
                <a16:creationId xmlns:a16="http://schemas.microsoft.com/office/drawing/2014/main" id="{6D700D79-6588-47CE-B463-4E6077A5A715}"/>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898F51A3-0E71-E5AB-2ABB-A7BA2CC66DC5}"/>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AEA184E-547C-ED5D-F457-1FE4154C2655}"/>
              </a:ext>
            </a:extLst>
          </p:cNvPr>
          <p:cNvSpPr>
            <a:spLocks noGrp="1" noChangeArrowheads="1"/>
          </p:cNvSpPr>
          <p:nvPr>
            <p:ph type="sldNum"/>
          </p:nvPr>
        </p:nvSpPr>
        <p:spPr>
          <a:ln/>
        </p:spPr>
        <p:txBody>
          <a:bodyPr/>
          <a:lstStyle/>
          <a:p>
            <a:fld id="{B41B7C6E-03E9-4C9D-A702-1F654D0F5679}" type="slidenum">
              <a:rPr lang="en-GB" altLang="en-US"/>
              <a:pPr/>
              <a:t>7</a:t>
            </a:fld>
            <a:endParaRPr lang="en-GB" altLang="en-US"/>
          </a:p>
        </p:txBody>
      </p:sp>
      <p:sp>
        <p:nvSpPr>
          <p:cNvPr id="18433" name="Rectangle 1">
            <a:extLst>
              <a:ext uri="{FF2B5EF4-FFF2-40B4-BE49-F238E27FC236}">
                <a16:creationId xmlns:a16="http://schemas.microsoft.com/office/drawing/2014/main" id="{EA2592D5-5F13-2AA1-0635-56A6A4111A81}"/>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Rectangle 2">
            <a:extLst>
              <a:ext uri="{FF2B5EF4-FFF2-40B4-BE49-F238E27FC236}">
                <a16:creationId xmlns:a16="http://schemas.microsoft.com/office/drawing/2014/main" id="{48A05720-9004-296F-705E-5B7B40A76B49}"/>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8BB51881-73F4-C0D3-BF3A-FB5D4DDC85CA}"/>
              </a:ext>
            </a:extLst>
          </p:cNvPr>
          <p:cNvSpPr>
            <a:spLocks noGrp="1" noChangeArrowheads="1"/>
          </p:cNvSpPr>
          <p:nvPr>
            <p:ph type="sldNum"/>
          </p:nvPr>
        </p:nvSpPr>
        <p:spPr>
          <a:ln/>
        </p:spPr>
        <p:txBody>
          <a:bodyPr/>
          <a:lstStyle/>
          <a:p>
            <a:fld id="{EBCF920C-F393-4D77-B093-A32EFBBD2C85}" type="slidenum">
              <a:rPr lang="en-GB" altLang="en-US"/>
              <a:pPr/>
              <a:t>8</a:t>
            </a:fld>
            <a:endParaRPr lang="en-GB" altLang="en-US"/>
          </a:p>
        </p:txBody>
      </p:sp>
      <p:sp>
        <p:nvSpPr>
          <p:cNvPr id="19457" name="Rectangle 1">
            <a:extLst>
              <a:ext uri="{FF2B5EF4-FFF2-40B4-BE49-F238E27FC236}">
                <a16:creationId xmlns:a16="http://schemas.microsoft.com/office/drawing/2014/main" id="{752826A4-54E4-316C-96E3-A5F3AEB8E3F3}"/>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458" name="Rectangle 2">
            <a:extLst>
              <a:ext uri="{FF2B5EF4-FFF2-40B4-BE49-F238E27FC236}">
                <a16:creationId xmlns:a16="http://schemas.microsoft.com/office/drawing/2014/main" id="{0D48191B-605B-7CB5-7E6C-E4507A7487DF}"/>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ABD29EF-2C3C-ABC2-F138-C8EB16B5D635}"/>
              </a:ext>
            </a:extLst>
          </p:cNvPr>
          <p:cNvSpPr>
            <a:spLocks noGrp="1" noChangeArrowheads="1"/>
          </p:cNvSpPr>
          <p:nvPr>
            <p:ph type="sldNum"/>
          </p:nvPr>
        </p:nvSpPr>
        <p:spPr>
          <a:ln/>
        </p:spPr>
        <p:txBody>
          <a:bodyPr/>
          <a:lstStyle/>
          <a:p>
            <a:fld id="{BE3A3BCD-6E45-4798-89AA-ACA6F27CA054}" type="slidenum">
              <a:rPr lang="en-GB" altLang="en-US"/>
              <a:pPr/>
              <a:t>9</a:t>
            </a:fld>
            <a:endParaRPr lang="en-GB" altLang="en-US"/>
          </a:p>
        </p:txBody>
      </p:sp>
      <p:sp>
        <p:nvSpPr>
          <p:cNvPr id="20481" name="Rectangle 1">
            <a:extLst>
              <a:ext uri="{FF2B5EF4-FFF2-40B4-BE49-F238E27FC236}">
                <a16:creationId xmlns:a16="http://schemas.microsoft.com/office/drawing/2014/main" id="{23E5F5F0-A2A6-A6D6-7232-EBC4D1AB2327}"/>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a:extLst>
              <a:ext uri="{FF2B5EF4-FFF2-40B4-BE49-F238E27FC236}">
                <a16:creationId xmlns:a16="http://schemas.microsoft.com/office/drawing/2014/main" id="{AFFD89BC-716D-1625-2821-1FB24E6F7F81}"/>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1B1AD034-00E5-FF10-9370-B512774BA7E9}"/>
              </a:ext>
            </a:extLst>
          </p:cNvPr>
          <p:cNvSpPr>
            <a:spLocks noGrp="1" noChangeArrowheads="1"/>
          </p:cNvSpPr>
          <p:nvPr>
            <p:ph type="sldNum"/>
          </p:nvPr>
        </p:nvSpPr>
        <p:spPr>
          <a:ln/>
        </p:spPr>
        <p:txBody>
          <a:bodyPr/>
          <a:lstStyle/>
          <a:p>
            <a:fld id="{F4678787-4FE1-4A9E-84FD-8A949A2153EC}" type="slidenum">
              <a:rPr lang="en-GB" altLang="en-US"/>
              <a:pPr/>
              <a:t>10</a:t>
            </a:fld>
            <a:endParaRPr lang="en-GB" altLang="en-US"/>
          </a:p>
        </p:txBody>
      </p:sp>
      <p:sp>
        <p:nvSpPr>
          <p:cNvPr id="21505" name="Rectangle 1">
            <a:extLst>
              <a:ext uri="{FF2B5EF4-FFF2-40B4-BE49-F238E27FC236}">
                <a16:creationId xmlns:a16="http://schemas.microsoft.com/office/drawing/2014/main" id="{04E2D309-93F1-8310-3BBF-CE5ECB0DF9E4}"/>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6" name="Rectangle 2">
            <a:extLst>
              <a:ext uri="{FF2B5EF4-FFF2-40B4-BE49-F238E27FC236}">
                <a16:creationId xmlns:a16="http://schemas.microsoft.com/office/drawing/2014/main" id="{43F189C9-98D9-D678-C203-41A3885404E9}"/>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124DFA0-5167-428E-F898-34012A8914A9}"/>
              </a:ext>
            </a:extLst>
          </p:cNvPr>
          <p:cNvSpPr>
            <a:spLocks noGrp="1" noChangeArrowheads="1"/>
          </p:cNvSpPr>
          <p:nvPr>
            <p:ph type="sldNum"/>
          </p:nvPr>
        </p:nvSpPr>
        <p:spPr>
          <a:ln/>
        </p:spPr>
        <p:txBody>
          <a:bodyPr/>
          <a:lstStyle/>
          <a:p>
            <a:fld id="{E2A005BB-3701-49AC-B6F1-35D5D353248C}" type="slidenum">
              <a:rPr lang="en-GB" altLang="en-US"/>
              <a:pPr/>
              <a:t>11</a:t>
            </a:fld>
            <a:endParaRPr lang="en-GB" altLang="en-US"/>
          </a:p>
        </p:txBody>
      </p:sp>
      <p:sp>
        <p:nvSpPr>
          <p:cNvPr id="22529" name="Rectangle 1">
            <a:extLst>
              <a:ext uri="{FF2B5EF4-FFF2-40B4-BE49-F238E27FC236}">
                <a16:creationId xmlns:a16="http://schemas.microsoft.com/office/drawing/2014/main" id="{4D9A35A3-1276-1C06-E8D4-315F8852A52E}"/>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0" name="Rectangle 2">
            <a:extLst>
              <a:ext uri="{FF2B5EF4-FFF2-40B4-BE49-F238E27FC236}">
                <a16:creationId xmlns:a16="http://schemas.microsoft.com/office/drawing/2014/main" id="{98B760DE-F831-2083-6DC3-AB17CAE18E03}"/>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7D0D2-C549-F76C-9C64-0279D8166DFB}"/>
              </a:ext>
            </a:extLst>
          </p:cNvPr>
          <p:cNvSpPr>
            <a:spLocks noGrp="1"/>
          </p:cNvSpPr>
          <p:nvPr>
            <p:ph type="ctrTitle"/>
          </p:nvPr>
        </p:nvSpPr>
        <p:spPr>
          <a:xfrm>
            <a:off x="1260476" y="928688"/>
            <a:ext cx="7559675" cy="1973262"/>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9A057D29-404A-22D0-359C-24D8C86E2F1C}"/>
              </a:ext>
            </a:extLst>
          </p:cNvPr>
          <p:cNvSpPr>
            <a:spLocks noGrp="1"/>
          </p:cNvSpPr>
          <p:nvPr>
            <p:ph type="subTitle" idx="1"/>
          </p:nvPr>
        </p:nvSpPr>
        <p:spPr>
          <a:xfrm>
            <a:off x="1260476"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071C47BF-5CFE-AADE-7840-339872D6C2DD}"/>
              </a:ext>
            </a:extLst>
          </p:cNvPr>
          <p:cNvSpPr>
            <a:spLocks noGrp="1"/>
          </p:cNvSpPr>
          <p:nvPr>
            <p:ph type="dt"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2B17BDB8-3B78-4B3E-B40C-0D06681E3FDD}"/>
              </a:ext>
            </a:extLst>
          </p:cNvPr>
          <p:cNvSpPr>
            <a:spLocks noGrp="1"/>
          </p:cNvSpPr>
          <p:nvPr>
            <p:ph type="ft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7E4E7C2A-3A4E-F722-F9FA-2F284461AABD}"/>
              </a:ext>
            </a:extLst>
          </p:cNvPr>
          <p:cNvSpPr>
            <a:spLocks noGrp="1"/>
          </p:cNvSpPr>
          <p:nvPr>
            <p:ph type="sldNum" idx="12"/>
          </p:nvPr>
        </p:nvSpPr>
        <p:spPr/>
        <p:txBody>
          <a:bodyPr/>
          <a:lstStyle>
            <a:lvl1pPr>
              <a:defRPr/>
            </a:lvl1pPr>
          </a:lstStyle>
          <a:p>
            <a:fld id="{4AF6A134-7F85-4106-A38F-B08A237CE00A}" type="slidenum">
              <a:rPr lang="en-GB" altLang="en-US"/>
              <a:pPr/>
              <a:t>‹#›</a:t>
            </a:fld>
            <a:endParaRPr lang="en-GB" altLang="en-US"/>
          </a:p>
        </p:txBody>
      </p:sp>
    </p:spTree>
    <p:extLst>
      <p:ext uri="{BB962C8B-B14F-4D97-AF65-F5344CB8AC3E}">
        <p14:creationId xmlns:p14="http://schemas.microsoft.com/office/powerpoint/2010/main" val="1462992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7F62-FFE8-873A-757E-8B1FCBD543D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8602259-9EC1-AFDE-C805-0AA4AE72F33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E3404E0-676D-1EB5-63F6-F6F51EBDF53A}"/>
              </a:ext>
            </a:extLst>
          </p:cNvPr>
          <p:cNvSpPr>
            <a:spLocks noGrp="1"/>
          </p:cNvSpPr>
          <p:nvPr>
            <p:ph type="dt"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FEE9E654-5C99-58E3-2271-0F9F501C820D}"/>
              </a:ext>
            </a:extLst>
          </p:cNvPr>
          <p:cNvSpPr>
            <a:spLocks noGrp="1"/>
          </p:cNvSpPr>
          <p:nvPr>
            <p:ph type="ft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8E1806BC-F409-6F96-C82D-B9F32BE300FE}"/>
              </a:ext>
            </a:extLst>
          </p:cNvPr>
          <p:cNvSpPr>
            <a:spLocks noGrp="1"/>
          </p:cNvSpPr>
          <p:nvPr>
            <p:ph type="sldNum" idx="12"/>
          </p:nvPr>
        </p:nvSpPr>
        <p:spPr/>
        <p:txBody>
          <a:bodyPr/>
          <a:lstStyle>
            <a:lvl1pPr>
              <a:defRPr/>
            </a:lvl1pPr>
          </a:lstStyle>
          <a:p>
            <a:fld id="{05B0CCE2-570F-4B18-9C72-134F8D68BA3F}" type="slidenum">
              <a:rPr lang="en-GB" altLang="en-US"/>
              <a:pPr/>
              <a:t>‹#›</a:t>
            </a:fld>
            <a:endParaRPr lang="en-GB" altLang="en-US"/>
          </a:p>
        </p:txBody>
      </p:sp>
    </p:spTree>
    <p:extLst>
      <p:ext uri="{BB962C8B-B14F-4D97-AF65-F5344CB8AC3E}">
        <p14:creationId xmlns:p14="http://schemas.microsoft.com/office/powerpoint/2010/main" val="3472770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34EA0-1859-204A-B37A-F39A14CC6E97}"/>
              </a:ext>
            </a:extLst>
          </p:cNvPr>
          <p:cNvSpPr>
            <a:spLocks noGrp="1"/>
          </p:cNvSpPr>
          <p:nvPr>
            <p:ph type="title"/>
          </p:nvPr>
        </p:nvSpPr>
        <p:spPr>
          <a:xfrm>
            <a:off x="687389" y="1414464"/>
            <a:ext cx="8694737" cy="23574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8430E8F-AA77-6D33-C73A-EAC5B1C15D8B}"/>
              </a:ext>
            </a:extLst>
          </p:cNvPr>
          <p:cNvSpPr>
            <a:spLocks noGrp="1"/>
          </p:cNvSpPr>
          <p:nvPr>
            <p:ph type="body" idx="1"/>
          </p:nvPr>
        </p:nvSpPr>
        <p:spPr>
          <a:xfrm>
            <a:off x="687389" y="3794125"/>
            <a:ext cx="8694737" cy="1241425"/>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GB"/>
              <a:t>Click to edit Master text styles</a:t>
            </a:r>
          </a:p>
        </p:txBody>
      </p:sp>
      <p:sp>
        <p:nvSpPr>
          <p:cNvPr id="4" name="Date Placeholder 3">
            <a:extLst>
              <a:ext uri="{FF2B5EF4-FFF2-40B4-BE49-F238E27FC236}">
                <a16:creationId xmlns:a16="http://schemas.microsoft.com/office/drawing/2014/main" id="{6A3D4FD8-D3E9-BBDF-EC89-1467DEA47044}"/>
              </a:ext>
            </a:extLst>
          </p:cNvPr>
          <p:cNvSpPr>
            <a:spLocks noGrp="1"/>
          </p:cNvSpPr>
          <p:nvPr>
            <p:ph type="dt"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5171FEAA-C6BF-DA18-BE15-AF11E2FDD193}"/>
              </a:ext>
            </a:extLst>
          </p:cNvPr>
          <p:cNvSpPr>
            <a:spLocks noGrp="1"/>
          </p:cNvSpPr>
          <p:nvPr>
            <p:ph type="ft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C3F167F4-38F4-DD0C-093A-F406964CA477}"/>
              </a:ext>
            </a:extLst>
          </p:cNvPr>
          <p:cNvSpPr>
            <a:spLocks noGrp="1"/>
          </p:cNvSpPr>
          <p:nvPr>
            <p:ph type="sldNum" idx="12"/>
          </p:nvPr>
        </p:nvSpPr>
        <p:spPr/>
        <p:txBody>
          <a:bodyPr/>
          <a:lstStyle>
            <a:lvl1pPr>
              <a:defRPr/>
            </a:lvl1pPr>
          </a:lstStyle>
          <a:p>
            <a:fld id="{916AEB27-33FD-40DB-8EBF-9BF92C4AFB6A}" type="slidenum">
              <a:rPr lang="en-GB" altLang="en-US"/>
              <a:pPr/>
              <a:t>‹#›</a:t>
            </a:fld>
            <a:endParaRPr lang="en-GB" altLang="en-US"/>
          </a:p>
        </p:txBody>
      </p:sp>
    </p:spTree>
    <p:extLst>
      <p:ext uri="{BB962C8B-B14F-4D97-AF65-F5344CB8AC3E}">
        <p14:creationId xmlns:p14="http://schemas.microsoft.com/office/powerpoint/2010/main" val="835757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8C5A6-7CE1-353C-F5C2-E12783D1277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6B642F9-B077-B0AF-0F09-767ABD8490AF}"/>
              </a:ext>
            </a:extLst>
          </p:cNvPr>
          <p:cNvSpPr>
            <a:spLocks noGrp="1"/>
          </p:cNvSpPr>
          <p:nvPr>
            <p:ph sz="half" idx="1"/>
          </p:nvPr>
        </p:nvSpPr>
        <p:spPr>
          <a:xfrm>
            <a:off x="503238" y="1327151"/>
            <a:ext cx="4457700" cy="3286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B3F9AB50-D4BC-5728-503D-23B5C3E90B88}"/>
              </a:ext>
            </a:extLst>
          </p:cNvPr>
          <p:cNvSpPr>
            <a:spLocks noGrp="1"/>
          </p:cNvSpPr>
          <p:nvPr>
            <p:ph sz="half" idx="2"/>
          </p:nvPr>
        </p:nvSpPr>
        <p:spPr>
          <a:xfrm>
            <a:off x="5113339" y="1327151"/>
            <a:ext cx="4459287" cy="3286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4717F9DE-EF82-0009-B444-40984A4963C0}"/>
              </a:ext>
            </a:extLst>
          </p:cNvPr>
          <p:cNvSpPr>
            <a:spLocks noGrp="1"/>
          </p:cNvSpPr>
          <p:nvPr>
            <p:ph type="dt"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657E4258-174E-EFA8-1705-97D43E684D36}"/>
              </a:ext>
            </a:extLst>
          </p:cNvPr>
          <p:cNvSpPr>
            <a:spLocks noGrp="1"/>
          </p:cNvSpPr>
          <p:nvPr>
            <p:ph type="ft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51074338-3E95-AB94-3E88-1113E44F31F6}"/>
              </a:ext>
            </a:extLst>
          </p:cNvPr>
          <p:cNvSpPr>
            <a:spLocks noGrp="1"/>
          </p:cNvSpPr>
          <p:nvPr>
            <p:ph type="sldNum" idx="12"/>
          </p:nvPr>
        </p:nvSpPr>
        <p:spPr/>
        <p:txBody>
          <a:bodyPr/>
          <a:lstStyle>
            <a:lvl1pPr>
              <a:defRPr/>
            </a:lvl1pPr>
          </a:lstStyle>
          <a:p>
            <a:fld id="{1BCEB360-8889-4D2B-BB56-4D4A534D195A}" type="slidenum">
              <a:rPr lang="en-GB" altLang="en-US"/>
              <a:pPr/>
              <a:t>‹#›</a:t>
            </a:fld>
            <a:endParaRPr lang="en-GB" altLang="en-US"/>
          </a:p>
        </p:txBody>
      </p:sp>
    </p:spTree>
    <p:extLst>
      <p:ext uri="{BB962C8B-B14F-4D97-AF65-F5344CB8AC3E}">
        <p14:creationId xmlns:p14="http://schemas.microsoft.com/office/powerpoint/2010/main" val="3196255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ACB0A-5613-38D6-5D55-727D1073B08F}"/>
              </a:ext>
            </a:extLst>
          </p:cNvPr>
          <p:cNvSpPr>
            <a:spLocks noGrp="1"/>
          </p:cNvSpPr>
          <p:nvPr>
            <p:ph type="title"/>
          </p:nvPr>
        </p:nvSpPr>
        <p:spPr>
          <a:xfrm>
            <a:off x="693739" y="301626"/>
            <a:ext cx="8694737" cy="10969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7F55C7C7-AB5D-276D-50AA-159B31B124EA}"/>
              </a:ext>
            </a:extLst>
          </p:cNvPr>
          <p:cNvSpPr>
            <a:spLocks noGrp="1"/>
          </p:cNvSpPr>
          <p:nvPr>
            <p:ph type="body" idx="1"/>
          </p:nvPr>
        </p:nvSpPr>
        <p:spPr>
          <a:xfrm>
            <a:off x="693739"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51E0BEA-3A14-BA38-8437-E06B1A7C619E}"/>
              </a:ext>
            </a:extLst>
          </p:cNvPr>
          <p:cNvSpPr>
            <a:spLocks noGrp="1"/>
          </p:cNvSpPr>
          <p:nvPr>
            <p:ph sz="half" idx="2"/>
          </p:nvPr>
        </p:nvSpPr>
        <p:spPr>
          <a:xfrm>
            <a:off x="693739" y="2071688"/>
            <a:ext cx="4265612" cy="30464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866CD322-504A-63FD-2C35-126AB13EF8F0}"/>
              </a:ext>
            </a:extLst>
          </p:cNvPr>
          <p:cNvSpPr>
            <a:spLocks noGrp="1"/>
          </p:cNvSpPr>
          <p:nvPr>
            <p:ph type="body" sz="quarter" idx="3"/>
          </p:nvPr>
        </p:nvSpPr>
        <p:spPr>
          <a:xfrm>
            <a:off x="5103814"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4E69C2-E08E-C66B-322B-80A051F2FF35}"/>
              </a:ext>
            </a:extLst>
          </p:cNvPr>
          <p:cNvSpPr>
            <a:spLocks noGrp="1"/>
          </p:cNvSpPr>
          <p:nvPr>
            <p:ph sz="quarter" idx="4"/>
          </p:nvPr>
        </p:nvSpPr>
        <p:spPr>
          <a:xfrm>
            <a:off x="5103814" y="2071688"/>
            <a:ext cx="4284662" cy="30464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18062BB-3B2F-7BE4-FA6B-5C15DD729F50}"/>
              </a:ext>
            </a:extLst>
          </p:cNvPr>
          <p:cNvSpPr>
            <a:spLocks noGrp="1"/>
          </p:cNvSpPr>
          <p:nvPr>
            <p:ph type="dt" idx="10"/>
          </p:nvPr>
        </p:nvSpPr>
        <p:spPr/>
        <p:txBody>
          <a:bodyPr/>
          <a:lstStyle>
            <a:lvl1pPr>
              <a:defRPr/>
            </a:lvl1pPr>
          </a:lstStyle>
          <a:p>
            <a:endParaRPr lang="en-GB" altLang="en-US"/>
          </a:p>
        </p:txBody>
      </p:sp>
      <p:sp>
        <p:nvSpPr>
          <p:cNvPr id="8" name="Footer Placeholder 7">
            <a:extLst>
              <a:ext uri="{FF2B5EF4-FFF2-40B4-BE49-F238E27FC236}">
                <a16:creationId xmlns:a16="http://schemas.microsoft.com/office/drawing/2014/main" id="{A1E172AB-2568-E8A7-6E53-E5A08043CF9D}"/>
              </a:ext>
            </a:extLst>
          </p:cNvPr>
          <p:cNvSpPr>
            <a:spLocks noGrp="1"/>
          </p:cNvSpPr>
          <p:nvPr>
            <p:ph type="ftr" idx="11"/>
          </p:nvPr>
        </p:nvSpPr>
        <p:spPr/>
        <p:txBody>
          <a:bodyPr/>
          <a:lstStyle>
            <a:lvl1pPr>
              <a:defRPr/>
            </a:lvl1pPr>
          </a:lstStyle>
          <a:p>
            <a:endParaRPr lang="en-GB" altLang="en-US"/>
          </a:p>
        </p:txBody>
      </p:sp>
      <p:sp>
        <p:nvSpPr>
          <p:cNvPr id="9" name="Slide Number Placeholder 8">
            <a:extLst>
              <a:ext uri="{FF2B5EF4-FFF2-40B4-BE49-F238E27FC236}">
                <a16:creationId xmlns:a16="http://schemas.microsoft.com/office/drawing/2014/main" id="{6B004F71-1047-EACA-D266-63C67B8BB462}"/>
              </a:ext>
            </a:extLst>
          </p:cNvPr>
          <p:cNvSpPr>
            <a:spLocks noGrp="1"/>
          </p:cNvSpPr>
          <p:nvPr>
            <p:ph type="sldNum" idx="12"/>
          </p:nvPr>
        </p:nvSpPr>
        <p:spPr/>
        <p:txBody>
          <a:bodyPr/>
          <a:lstStyle>
            <a:lvl1pPr>
              <a:defRPr/>
            </a:lvl1pPr>
          </a:lstStyle>
          <a:p>
            <a:fld id="{227BF5E0-472C-48AC-96A3-0E9C7011C141}" type="slidenum">
              <a:rPr lang="en-GB" altLang="en-US"/>
              <a:pPr/>
              <a:t>‹#›</a:t>
            </a:fld>
            <a:endParaRPr lang="en-GB" altLang="en-US"/>
          </a:p>
        </p:txBody>
      </p:sp>
    </p:spTree>
    <p:extLst>
      <p:ext uri="{BB962C8B-B14F-4D97-AF65-F5344CB8AC3E}">
        <p14:creationId xmlns:p14="http://schemas.microsoft.com/office/powerpoint/2010/main" val="3149666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1FADD-3177-2F67-E37D-EA70FAA19256}"/>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3EA22CA6-55FB-459A-8D14-DA56815CF867}"/>
              </a:ext>
            </a:extLst>
          </p:cNvPr>
          <p:cNvSpPr>
            <a:spLocks noGrp="1"/>
          </p:cNvSpPr>
          <p:nvPr>
            <p:ph type="dt" idx="10"/>
          </p:nvPr>
        </p:nvSpPr>
        <p:spPr/>
        <p:txBody>
          <a:bodyPr/>
          <a:lstStyle>
            <a:lvl1pPr>
              <a:defRPr/>
            </a:lvl1pPr>
          </a:lstStyle>
          <a:p>
            <a:endParaRPr lang="en-GB" altLang="en-US"/>
          </a:p>
        </p:txBody>
      </p:sp>
      <p:sp>
        <p:nvSpPr>
          <p:cNvPr id="4" name="Footer Placeholder 3">
            <a:extLst>
              <a:ext uri="{FF2B5EF4-FFF2-40B4-BE49-F238E27FC236}">
                <a16:creationId xmlns:a16="http://schemas.microsoft.com/office/drawing/2014/main" id="{96F97F6A-FA29-7437-9F49-CE653473CF0F}"/>
              </a:ext>
            </a:extLst>
          </p:cNvPr>
          <p:cNvSpPr>
            <a:spLocks noGrp="1"/>
          </p:cNvSpPr>
          <p:nvPr>
            <p:ph type="ftr" idx="11"/>
          </p:nvPr>
        </p:nvSpPr>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725E83A4-170C-D507-0D36-643BC922EBB3}"/>
              </a:ext>
            </a:extLst>
          </p:cNvPr>
          <p:cNvSpPr>
            <a:spLocks noGrp="1"/>
          </p:cNvSpPr>
          <p:nvPr>
            <p:ph type="sldNum" idx="12"/>
          </p:nvPr>
        </p:nvSpPr>
        <p:spPr/>
        <p:txBody>
          <a:bodyPr/>
          <a:lstStyle>
            <a:lvl1pPr>
              <a:defRPr/>
            </a:lvl1pPr>
          </a:lstStyle>
          <a:p>
            <a:fld id="{02F4D45F-ACF5-4292-928B-A95A40D5585A}" type="slidenum">
              <a:rPr lang="en-GB" altLang="en-US"/>
              <a:pPr/>
              <a:t>‹#›</a:t>
            </a:fld>
            <a:endParaRPr lang="en-GB" altLang="en-US"/>
          </a:p>
        </p:txBody>
      </p:sp>
    </p:spTree>
    <p:extLst>
      <p:ext uri="{BB962C8B-B14F-4D97-AF65-F5344CB8AC3E}">
        <p14:creationId xmlns:p14="http://schemas.microsoft.com/office/powerpoint/2010/main" val="422586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24943D-1897-5B65-32D4-B57219B09929}"/>
              </a:ext>
            </a:extLst>
          </p:cNvPr>
          <p:cNvSpPr>
            <a:spLocks noGrp="1"/>
          </p:cNvSpPr>
          <p:nvPr>
            <p:ph type="dt" idx="10"/>
          </p:nvPr>
        </p:nvSpPr>
        <p:spPr/>
        <p:txBody>
          <a:bodyPr/>
          <a:lstStyle>
            <a:lvl1pPr>
              <a:defRPr/>
            </a:lvl1pPr>
          </a:lstStyle>
          <a:p>
            <a:endParaRPr lang="en-GB" altLang="en-US"/>
          </a:p>
        </p:txBody>
      </p:sp>
      <p:sp>
        <p:nvSpPr>
          <p:cNvPr id="3" name="Footer Placeholder 2">
            <a:extLst>
              <a:ext uri="{FF2B5EF4-FFF2-40B4-BE49-F238E27FC236}">
                <a16:creationId xmlns:a16="http://schemas.microsoft.com/office/drawing/2014/main" id="{FD809451-56A4-A34E-0414-48672555F00F}"/>
              </a:ext>
            </a:extLst>
          </p:cNvPr>
          <p:cNvSpPr>
            <a:spLocks noGrp="1"/>
          </p:cNvSpPr>
          <p:nvPr>
            <p:ph type="ftr" idx="11"/>
          </p:nvPr>
        </p:nvSpPr>
        <p:spPr/>
        <p:txBody>
          <a:bodyPr/>
          <a:lstStyle>
            <a:lvl1pPr>
              <a:defRPr/>
            </a:lvl1pPr>
          </a:lstStyle>
          <a:p>
            <a:endParaRPr lang="en-GB" altLang="en-US"/>
          </a:p>
        </p:txBody>
      </p:sp>
      <p:sp>
        <p:nvSpPr>
          <p:cNvPr id="4" name="Slide Number Placeholder 3">
            <a:extLst>
              <a:ext uri="{FF2B5EF4-FFF2-40B4-BE49-F238E27FC236}">
                <a16:creationId xmlns:a16="http://schemas.microsoft.com/office/drawing/2014/main" id="{9CEA9687-1368-A091-74FE-04E1B7047FCE}"/>
              </a:ext>
            </a:extLst>
          </p:cNvPr>
          <p:cNvSpPr>
            <a:spLocks noGrp="1"/>
          </p:cNvSpPr>
          <p:nvPr>
            <p:ph type="sldNum" idx="12"/>
          </p:nvPr>
        </p:nvSpPr>
        <p:spPr/>
        <p:txBody>
          <a:bodyPr/>
          <a:lstStyle>
            <a:lvl1pPr>
              <a:defRPr/>
            </a:lvl1pPr>
          </a:lstStyle>
          <a:p>
            <a:fld id="{8364064E-67B4-4660-8A1D-3AC18B3964C3}" type="slidenum">
              <a:rPr lang="en-GB" altLang="en-US"/>
              <a:pPr/>
              <a:t>‹#›</a:t>
            </a:fld>
            <a:endParaRPr lang="en-GB" altLang="en-US"/>
          </a:p>
        </p:txBody>
      </p:sp>
    </p:spTree>
    <p:extLst>
      <p:ext uri="{BB962C8B-B14F-4D97-AF65-F5344CB8AC3E}">
        <p14:creationId xmlns:p14="http://schemas.microsoft.com/office/powerpoint/2010/main" val="613212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7A314-9FB1-568A-35A3-6D32D59DC53B}"/>
              </a:ext>
            </a:extLst>
          </p:cNvPr>
          <p:cNvSpPr>
            <a:spLocks noGrp="1"/>
          </p:cNvSpPr>
          <p:nvPr>
            <p:ph type="title"/>
          </p:nvPr>
        </p:nvSpPr>
        <p:spPr>
          <a:xfrm>
            <a:off x="693738" y="377825"/>
            <a:ext cx="3251200" cy="1323975"/>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7B563F40-5129-E088-86C3-CFB1E251ADA5}"/>
              </a:ext>
            </a:extLst>
          </p:cNvPr>
          <p:cNvSpPr>
            <a:spLocks noGrp="1"/>
          </p:cNvSpPr>
          <p:nvPr>
            <p:ph idx="1"/>
          </p:nvPr>
        </p:nvSpPr>
        <p:spPr>
          <a:xfrm>
            <a:off x="4286251" y="815976"/>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80C0BE11-3415-B9E9-753C-14A524A68403}"/>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5DA2486-D44C-E76E-EE46-AF45A96B9419}"/>
              </a:ext>
            </a:extLst>
          </p:cNvPr>
          <p:cNvSpPr>
            <a:spLocks noGrp="1"/>
          </p:cNvSpPr>
          <p:nvPr>
            <p:ph type="dt"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28D2B6E9-AC34-52AB-52C5-BE7A1BC2EA12}"/>
              </a:ext>
            </a:extLst>
          </p:cNvPr>
          <p:cNvSpPr>
            <a:spLocks noGrp="1"/>
          </p:cNvSpPr>
          <p:nvPr>
            <p:ph type="ft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768290D2-6087-D544-2882-F7141D324017}"/>
              </a:ext>
            </a:extLst>
          </p:cNvPr>
          <p:cNvSpPr>
            <a:spLocks noGrp="1"/>
          </p:cNvSpPr>
          <p:nvPr>
            <p:ph type="sldNum" idx="12"/>
          </p:nvPr>
        </p:nvSpPr>
        <p:spPr/>
        <p:txBody>
          <a:bodyPr/>
          <a:lstStyle>
            <a:lvl1pPr>
              <a:defRPr/>
            </a:lvl1pPr>
          </a:lstStyle>
          <a:p>
            <a:fld id="{103E1951-35A0-41A5-8CE5-2394C70D210C}" type="slidenum">
              <a:rPr lang="en-GB" altLang="en-US"/>
              <a:pPr/>
              <a:t>‹#›</a:t>
            </a:fld>
            <a:endParaRPr lang="en-GB" altLang="en-US"/>
          </a:p>
        </p:txBody>
      </p:sp>
    </p:spTree>
    <p:extLst>
      <p:ext uri="{BB962C8B-B14F-4D97-AF65-F5344CB8AC3E}">
        <p14:creationId xmlns:p14="http://schemas.microsoft.com/office/powerpoint/2010/main" val="870837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F5016-4026-7A18-72B1-89193114A701}"/>
              </a:ext>
            </a:extLst>
          </p:cNvPr>
          <p:cNvSpPr>
            <a:spLocks noGrp="1"/>
          </p:cNvSpPr>
          <p:nvPr>
            <p:ph type="title"/>
          </p:nvPr>
        </p:nvSpPr>
        <p:spPr>
          <a:xfrm>
            <a:off x="693738" y="377825"/>
            <a:ext cx="3251200" cy="1323975"/>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8B413406-9D64-1930-2BF9-11603779EE93}"/>
              </a:ext>
            </a:extLst>
          </p:cNvPr>
          <p:cNvSpPr>
            <a:spLocks noGrp="1"/>
          </p:cNvSpPr>
          <p:nvPr>
            <p:ph type="pic" idx="1"/>
          </p:nvPr>
        </p:nvSpPr>
        <p:spPr>
          <a:xfrm>
            <a:off x="4286251" y="815976"/>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F2BEFF0-895A-0E85-0F86-C462F6EA7049}"/>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ED3BB8D-A91A-1593-9616-037334E81BD5}"/>
              </a:ext>
            </a:extLst>
          </p:cNvPr>
          <p:cNvSpPr>
            <a:spLocks noGrp="1"/>
          </p:cNvSpPr>
          <p:nvPr>
            <p:ph type="dt"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088B11A4-2707-6997-346C-6FE3FFC38F54}"/>
              </a:ext>
            </a:extLst>
          </p:cNvPr>
          <p:cNvSpPr>
            <a:spLocks noGrp="1"/>
          </p:cNvSpPr>
          <p:nvPr>
            <p:ph type="ft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3B9AF69A-72D3-12EF-B24D-85B31873EE35}"/>
              </a:ext>
            </a:extLst>
          </p:cNvPr>
          <p:cNvSpPr>
            <a:spLocks noGrp="1"/>
          </p:cNvSpPr>
          <p:nvPr>
            <p:ph type="sldNum" idx="12"/>
          </p:nvPr>
        </p:nvSpPr>
        <p:spPr/>
        <p:txBody>
          <a:bodyPr/>
          <a:lstStyle>
            <a:lvl1pPr>
              <a:defRPr/>
            </a:lvl1pPr>
          </a:lstStyle>
          <a:p>
            <a:fld id="{956A40C2-83A3-453A-A677-7057D2CE2B02}" type="slidenum">
              <a:rPr lang="en-GB" altLang="en-US"/>
              <a:pPr/>
              <a:t>‹#›</a:t>
            </a:fld>
            <a:endParaRPr lang="en-GB" altLang="en-US"/>
          </a:p>
        </p:txBody>
      </p:sp>
    </p:spTree>
    <p:extLst>
      <p:ext uri="{BB962C8B-B14F-4D97-AF65-F5344CB8AC3E}">
        <p14:creationId xmlns:p14="http://schemas.microsoft.com/office/powerpoint/2010/main" val="1781324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41E2A-116E-BF86-4E61-D43D3A38953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4892563-C060-4FF4-05B9-B603BB93A25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E5DE3C8-7445-A829-DA16-D5724F0C1461}"/>
              </a:ext>
            </a:extLst>
          </p:cNvPr>
          <p:cNvSpPr>
            <a:spLocks noGrp="1"/>
          </p:cNvSpPr>
          <p:nvPr>
            <p:ph type="dt"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0BDD13C9-09ED-9F86-CCA4-C310A50D3F05}"/>
              </a:ext>
            </a:extLst>
          </p:cNvPr>
          <p:cNvSpPr>
            <a:spLocks noGrp="1"/>
          </p:cNvSpPr>
          <p:nvPr>
            <p:ph type="ft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150B12F9-2F4C-2068-3B55-3550F9324EBB}"/>
              </a:ext>
            </a:extLst>
          </p:cNvPr>
          <p:cNvSpPr>
            <a:spLocks noGrp="1"/>
          </p:cNvSpPr>
          <p:nvPr>
            <p:ph type="sldNum" idx="12"/>
          </p:nvPr>
        </p:nvSpPr>
        <p:spPr/>
        <p:txBody>
          <a:bodyPr/>
          <a:lstStyle>
            <a:lvl1pPr>
              <a:defRPr/>
            </a:lvl1pPr>
          </a:lstStyle>
          <a:p>
            <a:fld id="{FA1788EE-3942-4C15-BA30-D1379425FB92}" type="slidenum">
              <a:rPr lang="en-GB" altLang="en-US"/>
              <a:pPr/>
              <a:t>‹#›</a:t>
            </a:fld>
            <a:endParaRPr lang="en-GB" altLang="en-US"/>
          </a:p>
        </p:txBody>
      </p:sp>
    </p:spTree>
    <p:extLst>
      <p:ext uri="{BB962C8B-B14F-4D97-AF65-F5344CB8AC3E}">
        <p14:creationId xmlns:p14="http://schemas.microsoft.com/office/powerpoint/2010/main" val="1190410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748ED4-690D-32DD-BCBB-C7B78A716D67}"/>
              </a:ext>
            </a:extLst>
          </p:cNvPr>
          <p:cNvSpPr>
            <a:spLocks noGrp="1"/>
          </p:cNvSpPr>
          <p:nvPr>
            <p:ph type="title" orient="vert"/>
          </p:nvPr>
        </p:nvSpPr>
        <p:spPr>
          <a:xfrm>
            <a:off x="7305675" y="225425"/>
            <a:ext cx="2266950" cy="4387850"/>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EF1E22D-E169-34A1-03B6-268A55914F33}"/>
              </a:ext>
            </a:extLst>
          </p:cNvPr>
          <p:cNvSpPr>
            <a:spLocks noGrp="1"/>
          </p:cNvSpPr>
          <p:nvPr>
            <p:ph type="body" orient="vert" idx="1"/>
          </p:nvPr>
        </p:nvSpPr>
        <p:spPr>
          <a:xfrm>
            <a:off x="503239" y="225425"/>
            <a:ext cx="6650037" cy="43878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FD582CE-36BF-703F-0471-CA7E37BC55A4}"/>
              </a:ext>
            </a:extLst>
          </p:cNvPr>
          <p:cNvSpPr>
            <a:spLocks noGrp="1"/>
          </p:cNvSpPr>
          <p:nvPr>
            <p:ph type="dt"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14FE908F-5259-2E1D-B973-071BA94479C2}"/>
              </a:ext>
            </a:extLst>
          </p:cNvPr>
          <p:cNvSpPr>
            <a:spLocks noGrp="1"/>
          </p:cNvSpPr>
          <p:nvPr>
            <p:ph type="ft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941B546E-A709-3ABB-A34D-84CBE975F350}"/>
              </a:ext>
            </a:extLst>
          </p:cNvPr>
          <p:cNvSpPr>
            <a:spLocks noGrp="1"/>
          </p:cNvSpPr>
          <p:nvPr>
            <p:ph type="sldNum" idx="12"/>
          </p:nvPr>
        </p:nvSpPr>
        <p:spPr/>
        <p:txBody>
          <a:bodyPr/>
          <a:lstStyle>
            <a:lvl1pPr>
              <a:defRPr/>
            </a:lvl1pPr>
          </a:lstStyle>
          <a:p>
            <a:fld id="{73A5B625-6432-4F73-91C2-E559061C0D09}" type="slidenum">
              <a:rPr lang="en-GB" altLang="en-US"/>
              <a:pPr/>
              <a:t>‹#›</a:t>
            </a:fld>
            <a:endParaRPr lang="en-GB" altLang="en-US"/>
          </a:p>
        </p:txBody>
      </p:sp>
    </p:spTree>
    <p:extLst>
      <p:ext uri="{BB962C8B-B14F-4D97-AF65-F5344CB8AC3E}">
        <p14:creationId xmlns:p14="http://schemas.microsoft.com/office/powerpoint/2010/main" val="3260503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BF264-108A-0C7E-D4C1-277341398452}"/>
              </a:ext>
            </a:extLst>
          </p:cNvPr>
          <p:cNvSpPr>
            <a:spLocks noGrp="1"/>
          </p:cNvSpPr>
          <p:nvPr>
            <p:ph type="title"/>
          </p:nvPr>
        </p:nvSpPr>
        <p:spPr>
          <a:xfrm>
            <a:off x="503239" y="225426"/>
            <a:ext cx="9069387" cy="944563"/>
          </a:xfrm>
        </p:spPr>
        <p:txBody>
          <a:bodyPr/>
          <a:lstStyle/>
          <a:p>
            <a:r>
              <a:rPr lang="en-GB"/>
              <a:t>Click to edit Master title style</a:t>
            </a:r>
          </a:p>
        </p:txBody>
      </p:sp>
      <p:sp>
        <p:nvSpPr>
          <p:cNvPr id="3" name="Date Placeholder 2">
            <a:extLst>
              <a:ext uri="{FF2B5EF4-FFF2-40B4-BE49-F238E27FC236}">
                <a16:creationId xmlns:a16="http://schemas.microsoft.com/office/drawing/2014/main" id="{3E84A306-DE93-ADF2-503C-15D84BB0B2D9}"/>
              </a:ext>
            </a:extLst>
          </p:cNvPr>
          <p:cNvSpPr>
            <a:spLocks noGrp="1"/>
          </p:cNvSpPr>
          <p:nvPr>
            <p:ph type="dt" idx="10"/>
          </p:nvPr>
        </p:nvSpPr>
        <p:spPr>
          <a:xfrm>
            <a:off x="503238" y="5165725"/>
            <a:ext cx="2346325" cy="388938"/>
          </a:xfrm>
        </p:spPr>
        <p:txBody>
          <a:bodyPr/>
          <a:lstStyle>
            <a:lvl1pPr>
              <a:defRPr/>
            </a:lvl1pPr>
          </a:lstStyle>
          <a:p>
            <a:endParaRPr lang="en-GB" altLang="en-US"/>
          </a:p>
        </p:txBody>
      </p:sp>
      <p:sp>
        <p:nvSpPr>
          <p:cNvPr id="4" name="Footer Placeholder 3">
            <a:extLst>
              <a:ext uri="{FF2B5EF4-FFF2-40B4-BE49-F238E27FC236}">
                <a16:creationId xmlns:a16="http://schemas.microsoft.com/office/drawing/2014/main" id="{BC710761-442F-492F-C3D6-64D7F19A4D12}"/>
              </a:ext>
            </a:extLst>
          </p:cNvPr>
          <p:cNvSpPr>
            <a:spLocks noGrp="1"/>
          </p:cNvSpPr>
          <p:nvPr>
            <p:ph type="ftr" idx="11"/>
          </p:nvPr>
        </p:nvSpPr>
        <p:spPr>
          <a:xfrm>
            <a:off x="3448050" y="5165725"/>
            <a:ext cx="3194050" cy="388938"/>
          </a:xfrm>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78F644BD-7029-AB8E-0C72-7584C86731E8}"/>
              </a:ext>
            </a:extLst>
          </p:cNvPr>
          <p:cNvSpPr>
            <a:spLocks noGrp="1"/>
          </p:cNvSpPr>
          <p:nvPr>
            <p:ph type="sldNum" idx="12"/>
          </p:nvPr>
        </p:nvSpPr>
        <p:spPr>
          <a:xfrm>
            <a:off x="7227888" y="5165725"/>
            <a:ext cx="2346325" cy="388938"/>
          </a:xfrm>
        </p:spPr>
        <p:txBody>
          <a:bodyPr/>
          <a:lstStyle>
            <a:lvl1pPr>
              <a:defRPr/>
            </a:lvl1pPr>
          </a:lstStyle>
          <a:p>
            <a:fld id="{F4EDD839-EC5F-4694-8B50-9993BCB5B73C}" type="slidenum">
              <a:rPr lang="en-GB" altLang="en-US"/>
              <a:pPr/>
              <a:t>‹#›</a:t>
            </a:fld>
            <a:endParaRPr lang="en-GB" altLang="en-US"/>
          </a:p>
        </p:txBody>
      </p:sp>
    </p:spTree>
    <p:extLst>
      <p:ext uri="{BB962C8B-B14F-4D97-AF65-F5344CB8AC3E}">
        <p14:creationId xmlns:p14="http://schemas.microsoft.com/office/powerpoint/2010/main" val="3984032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590667C7-B9C9-44AC-C96E-145D609C4E86}"/>
              </a:ext>
            </a:extLst>
          </p:cNvPr>
          <p:cNvSpPr>
            <a:spLocks noGrp="1" noChangeArrowheads="1"/>
          </p:cNvSpPr>
          <p:nvPr>
            <p:ph type="title"/>
          </p:nvPr>
        </p:nvSpPr>
        <p:spPr bwMode="auto">
          <a:xfrm>
            <a:off x="503239" y="225426"/>
            <a:ext cx="9069387" cy="944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1026" name="Rectangle 2">
            <a:extLst>
              <a:ext uri="{FF2B5EF4-FFF2-40B4-BE49-F238E27FC236}">
                <a16:creationId xmlns:a16="http://schemas.microsoft.com/office/drawing/2014/main" id="{40CDD2ED-A206-F908-6F0A-40FBAE7A66D3}"/>
              </a:ext>
            </a:extLst>
          </p:cNvPr>
          <p:cNvSpPr>
            <a:spLocks noGrp="1" noChangeArrowheads="1"/>
          </p:cNvSpPr>
          <p:nvPr>
            <p:ph type="body" idx="1"/>
          </p:nvPr>
        </p:nvSpPr>
        <p:spPr bwMode="auto">
          <a:xfrm>
            <a:off x="503239" y="1327151"/>
            <a:ext cx="9069387" cy="3286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448"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027" name="Rectangle 3">
            <a:extLst>
              <a:ext uri="{FF2B5EF4-FFF2-40B4-BE49-F238E27FC236}">
                <a16:creationId xmlns:a16="http://schemas.microsoft.com/office/drawing/2014/main" id="{0571B0C8-07DF-49C3-6D5A-5CE51FC06554}"/>
              </a:ext>
            </a:extLst>
          </p:cNvPr>
          <p:cNvSpPr>
            <a:spLocks noGrp="1" noChangeArrowheads="1"/>
          </p:cNvSpPr>
          <p:nvPr>
            <p:ph type="dt"/>
          </p:nvPr>
        </p:nvSpPr>
        <p:spPr bwMode="auto">
          <a:xfrm>
            <a:off x="503238" y="5165725"/>
            <a:ext cx="2346325"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tabLst>
                <a:tab pos="449263" algn="l"/>
                <a:tab pos="898525" algn="l"/>
                <a:tab pos="1347788" algn="l"/>
                <a:tab pos="1797050" algn="l"/>
                <a:tab pos="2246313" algn="l"/>
              </a:tabLst>
              <a:defRPr sz="1400">
                <a:solidFill>
                  <a:srgbClr val="000000"/>
                </a:solidFill>
                <a:latin typeface="Times New Roman" panose="02020603050405020304" pitchFamily="18" charset="0"/>
                <a:cs typeface="Segoe UI" panose="020B0502040204020203" pitchFamily="34" charset="0"/>
              </a:defRPr>
            </a:lvl1pPr>
          </a:lstStyle>
          <a:p>
            <a:endParaRPr lang="en-GB" altLang="en-US"/>
          </a:p>
        </p:txBody>
      </p:sp>
      <p:sp>
        <p:nvSpPr>
          <p:cNvPr id="1028" name="Rectangle 4">
            <a:extLst>
              <a:ext uri="{FF2B5EF4-FFF2-40B4-BE49-F238E27FC236}">
                <a16:creationId xmlns:a16="http://schemas.microsoft.com/office/drawing/2014/main" id="{CFC0BA0B-33FA-9069-0281-0592A314E49F}"/>
              </a:ext>
            </a:extLst>
          </p:cNvPr>
          <p:cNvSpPr>
            <a:spLocks noGrp="1" noChangeArrowheads="1"/>
          </p:cNvSpPr>
          <p:nvPr>
            <p:ph type="ftr"/>
          </p:nvPr>
        </p:nvSpPr>
        <p:spPr bwMode="auto">
          <a:xfrm>
            <a:off x="3448050" y="5165725"/>
            <a:ext cx="3194050"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Segoe UI" panose="020B0502040204020203" pitchFamily="34" charset="0"/>
              </a:defRPr>
            </a:lvl1pPr>
          </a:lstStyle>
          <a:p>
            <a:endParaRPr lang="en-GB" altLang="en-US"/>
          </a:p>
        </p:txBody>
      </p:sp>
      <p:sp>
        <p:nvSpPr>
          <p:cNvPr id="1029" name="Rectangle 5">
            <a:extLst>
              <a:ext uri="{FF2B5EF4-FFF2-40B4-BE49-F238E27FC236}">
                <a16:creationId xmlns:a16="http://schemas.microsoft.com/office/drawing/2014/main" id="{44CE0951-6CD9-5C19-8ED0-CE15A35EA80E}"/>
              </a:ext>
            </a:extLst>
          </p:cNvPr>
          <p:cNvSpPr>
            <a:spLocks noGrp="1" noChangeArrowheads="1"/>
          </p:cNvSpPr>
          <p:nvPr>
            <p:ph type="sldNum"/>
          </p:nvPr>
        </p:nvSpPr>
        <p:spPr bwMode="auto">
          <a:xfrm>
            <a:off x="7227888" y="5165725"/>
            <a:ext cx="2346325"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tabLst>
                <a:tab pos="449263" algn="l"/>
                <a:tab pos="898525" algn="l"/>
                <a:tab pos="1347788" algn="l"/>
                <a:tab pos="1797050" algn="l"/>
                <a:tab pos="2246313" algn="l"/>
              </a:tabLst>
              <a:defRPr sz="1400">
                <a:solidFill>
                  <a:srgbClr val="000000"/>
                </a:solidFill>
                <a:latin typeface="Times New Roman" panose="02020603050405020304" pitchFamily="18" charset="0"/>
                <a:cs typeface="Segoe UI" panose="020B0502040204020203" pitchFamily="34" charset="0"/>
              </a:defRPr>
            </a:lvl1pPr>
          </a:lstStyle>
          <a:p>
            <a:fld id="{B1E3DB51-ACD5-41CD-8381-9D7EDC2B95D3}"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marL="742950" indent="-28575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2pPr>
      <a:lvl3pPr marL="11430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3pPr>
      <a:lvl4pPr marL="16002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4pPr>
      <a:lvl5pPr marL="20574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5pPr>
      <a:lvl6pPr marL="25146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6pPr>
      <a:lvl7pPr marL="29718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7pPr>
      <a:lvl8pPr marL="34290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8pPr>
      <a:lvl9pPr marL="38862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9pPr>
    </p:titleStyle>
    <p:bodyStyle>
      <a:lvl1pPr marL="342900" indent="-342900" algn="l" defTabSz="449263" rtl="0" fontAlgn="base" hangingPunct="0">
        <a:lnSpc>
          <a:spcPct val="93000"/>
        </a:lnSpc>
        <a:spcBef>
          <a:spcPts val="1425"/>
        </a:spcBef>
        <a:spcAft>
          <a:spcPts val="13"/>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49263" rtl="0" fontAlgn="base" hangingPunct="0">
        <a:lnSpc>
          <a:spcPct val="93000"/>
        </a:lnSpc>
        <a:spcBef>
          <a:spcPts val="1138"/>
        </a:spcBef>
        <a:spcAft>
          <a:spcPts val="13"/>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49263" rtl="0" fontAlgn="base" hangingPunct="0">
        <a:lnSpc>
          <a:spcPct val="93000"/>
        </a:lnSpc>
        <a:spcBef>
          <a:spcPts val="863"/>
        </a:spcBef>
        <a:spcAft>
          <a:spcPts val="13"/>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49263" rtl="0" fontAlgn="base" hangingPunct="0">
        <a:lnSpc>
          <a:spcPct val="93000"/>
        </a:lnSpc>
        <a:spcBef>
          <a:spcPts val="575"/>
        </a:spcBef>
        <a:spcAft>
          <a:spcPts val="13"/>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49263" rtl="0" fontAlgn="base" hangingPunct="0">
        <a:lnSpc>
          <a:spcPct val="93000"/>
        </a:lnSpc>
        <a:spcBef>
          <a:spcPts val="288"/>
        </a:spcBef>
        <a:spcAft>
          <a:spcPts val="13"/>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https://www.kaggle.com/datasets/diamondsnake/eurovision-song-contest-data" TargetMode="External"/><Relationship Id="rId4" Type="http://schemas.openxmlformats.org/officeDocument/2006/relationships/hyperlink" Target="https://eschome.net/databaseoutput431.ph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hyperlink" Target="https://en.wikipedia.org/wiki/Voting_at_the_Eurovision_Song_Contes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hyperlink" Target="https://en.wikipedia.org/wiki/Spearman%27s_rank_correlation_coefficient" TargetMode="External"/><Relationship Id="rId4" Type="http://schemas.openxmlformats.org/officeDocument/2006/relationships/hyperlink" Target="https://www.kaggle.com/datasets/diamondsnake/eurovision-song-contest-data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hyperlink" Target="https://eschome.net/index.html"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www.kaggle.com/datasets/diamondsnake/eurovision-song-contest-data"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eschome.net/index.html"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0080625" cy="567055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2725312"/>
            <a:ext cx="10080625" cy="2945238"/>
            <a:chOff x="0" y="3296011"/>
            <a:chExt cx="12192000" cy="3561989"/>
          </a:xfrm>
          <a:effectLst>
            <a:outerShdw blurRad="254000" dist="152400" dir="16200000" rotWithShape="0">
              <a:prstClr val="black">
                <a:alpha val="10000"/>
              </a:prstClr>
            </a:outerShdw>
          </a:effectLst>
        </p:grpSpPr>
        <p:grpSp>
          <p:nvGrpSpPr>
            <p:cNvPr id="10" name="Group 9">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4" name="Freeform: Shape 13">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1" name="Group 10">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2" name="Freeform: Shape 11">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itle 1">
            <a:extLst>
              <a:ext uri="{FF2B5EF4-FFF2-40B4-BE49-F238E27FC236}">
                <a16:creationId xmlns:a16="http://schemas.microsoft.com/office/drawing/2014/main" id="{E4DA99CB-C26E-2028-67B6-69600F7A1255}"/>
              </a:ext>
            </a:extLst>
          </p:cNvPr>
          <p:cNvSpPr>
            <a:spLocks noGrp="1"/>
          </p:cNvSpPr>
          <p:nvPr>
            <p:ph type="title"/>
          </p:nvPr>
        </p:nvSpPr>
        <p:spPr>
          <a:xfrm>
            <a:off x="693042" y="926633"/>
            <a:ext cx="5805548" cy="2377078"/>
          </a:xfrm>
        </p:spPr>
        <p:txBody>
          <a:bodyPr vert="horz" wrap="square" lIns="91440" tIns="45720" rIns="91440" bIns="45720" numCol="1" rtlCol="0" anchor="ctr" anchorCtr="0" compatLnSpc="1">
            <a:prstTxWarp prst="textNoShape">
              <a:avLst/>
            </a:prstTxWarp>
            <a:normAutofit/>
          </a:bodyPr>
          <a:lstStyle/>
          <a:p>
            <a:pPr algn="l" defTabSz="914400" hangingPunct="1">
              <a:lnSpc>
                <a:spcPct val="90000"/>
              </a:lnSpc>
              <a:spcBef>
                <a:spcPct val="0"/>
              </a:spcBef>
            </a:pPr>
            <a:r>
              <a:rPr lang="en-US" kern="1200" dirty="0">
                <a:solidFill>
                  <a:schemeClr val="accent1"/>
                </a:solidFill>
                <a:latin typeface="+mj-lt"/>
                <a:ea typeface="+mj-ea"/>
                <a:cs typeface="+mj-cs"/>
              </a:rPr>
              <a:t>Eurovision</a:t>
            </a:r>
            <a:r>
              <a:rPr lang="en-US" kern="1200" dirty="0">
                <a:solidFill>
                  <a:schemeClr val="bg1"/>
                </a:solidFill>
                <a:latin typeface="+mj-lt"/>
                <a:ea typeface="+mj-ea"/>
                <a:cs typeface="+mj-cs"/>
              </a:rPr>
              <a:t> </a:t>
            </a:r>
            <a:endParaRPr lang="en-US" kern="1200" dirty="0">
              <a:solidFill>
                <a:schemeClr val="bg1"/>
              </a:solidFill>
              <a:latin typeface="+mj-lt"/>
              <a:ea typeface="+mj-ea"/>
              <a:cs typeface="Arial"/>
            </a:endParaRPr>
          </a:p>
          <a:p>
            <a:pPr algn="l" defTabSz="914400" hangingPunct="1">
              <a:lnSpc>
                <a:spcPct val="90000"/>
              </a:lnSpc>
              <a:spcBef>
                <a:spcPct val="0"/>
              </a:spcBef>
            </a:pPr>
            <a:r>
              <a:rPr lang="en-US" kern="1200" dirty="0">
                <a:solidFill>
                  <a:schemeClr val="bg1"/>
                </a:solidFill>
                <a:latin typeface="+mj-lt"/>
                <a:ea typeface="+mj-ea"/>
                <a:cs typeface="+mj-cs"/>
              </a:rPr>
              <a:t>Trends</a:t>
            </a:r>
            <a:endParaRPr lang="en-US" kern="1200" dirty="0">
              <a:solidFill>
                <a:schemeClr val="bg1"/>
              </a:solidFill>
              <a:latin typeface="+mj-lt"/>
              <a:ea typeface="+mj-ea"/>
              <a:cs typeface="Arial"/>
            </a:endParaRPr>
          </a:p>
          <a:p>
            <a:pPr algn="l" defTabSz="914400" hangingPunct="1">
              <a:lnSpc>
                <a:spcPct val="90000"/>
              </a:lnSpc>
              <a:spcBef>
                <a:spcPct val="0"/>
              </a:spcBef>
            </a:pPr>
            <a:r>
              <a:rPr lang="en-US" kern="1200" dirty="0">
                <a:solidFill>
                  <a:schemeClr val="bg1"/>
                </a:solidFill>
                <a:latin typeface="+mj-lt"/>
                <a:ea typeface="+mj-ea"/>
                <a:cs typeface="+mj-cs"/>
              </a:rPr>
              <a:t>from </a:t>
            </a:r>
            <a:r>
              <a:rPr lang="en-US" kern="1200" dirty="0">
                <a:solidFill>
                  <a:schemeClr val="accent1"/>
                </a:solidFill>
                <a:latin typeface="+mj-lt"/>
                <a:ea typeface="+mj-ea"/>
                <a:cs typeface="+mj-cs"/>
              </a:rPr>
              <a:t>2016</a:t>
            </a:r>
            <a:r>
              <a:rPr lang="en-US" kern="1200" dirty="0">
                <a:solidFill>
                  <a:schemeClr val="bg1"/>
                </a:solidFill>
                <a:latin typeface="+mj-lt"/>
                <a:ea typeface="+mj-ea"/>
                <a:cs typeface="+mj-cs"/>
              </a:rPr>
              <a:t> to </a:t>
            </a:r>
            <a:r>
              <a:rPr lang="en-US" kern="1200" dirty="0">
                <a:solidFill>
                  <a:schemeClr val="accent1"/>
                </a:solidFill>
                <a:latin typeface="+mj-lt"/>
                <a:ea typeface="+mj-ea"/>
                <a:cs typeface="+mj-cs"/>
              </a:rPr>
              <a:t>2022</a:t>
            </a:r>
            <a:endParaRPr lang="en-US" kern="1200" dirty="0">
              <a:solidFill>
                <a:schemeClr val="accent1"/>
              </a:solidFill>
              <a:latin typeface="+mj-lt"/>
              <a:ea typeface="+mj-ea"/>
              <a:cs typeface="Arial"/>
            </a:endParaRPr>
          </a:p>
        </p:txBody>
      </p:sp>
    </p:spTree>
    <p:extLst>
      <p:ext uri="{BB962C8B-B14F-4D97-AF65-F5344CB8AC3E}">
        <p14:creationId xmlns:p14="http://schemas.microsoft.com/office/powerpoint/2010/main" val="2533234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1B2AEB-03C6-099D-1189-56BA3D39B506}"/>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1B84A473-A209-6C27-FF7E-116018002E6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7195" y="-49358"/>
            <a:ext cx="3788665" cy="5788354"/>
            <a:chOff x="-2" y="-61195"/>
            <a:chExt cx="4582198" cy="6919196"/>
          </a:xfrm>
          <a:effectLst>
            <a:outerShdw blurRad="381000" dist="50800" algn="ctr" rotWithShape="0">
              <a:srgbClr val="000000">
                <a:alpha val="10000"/>
              </a:srgbClr>
            </a:outerShdw>
          </a:effectLst>
        </p:grpSpPr>
        <p:grpSp>
          <p:nvGrpSpPr>
            <p:cNvPr id="19" name="Group 18">
              <a:extLst>
                <a:ext uri="{FF2B5EF4-FFF2-40B4-BE49-F238E27FC236}">
                  <a16:creationId xmlns:a16="http://schemas.microsoft.com/office/drawing/2014/main" id="{0F12C9AF-49CC-B5D8-3C18-5B0BF5046CD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61195"/>
              <a:ext cx="4582198" cy="6919196"/>
              <a:chOff x="-2" y="-61195"/>
              <a:chExt cx="4582198" cy="6919196"/>
            </a:xfrm>
            <a:effectLst/>
          </p:grpSpPr>
          <p:sp>
            <p:nvSpPr>
              <p:cNvPr id="27" name="Freeform: Shape 26">
                <a:extLst>
                  <a:ext uri="{FF2B5EF4-FFF2-40B4-BE49-F238E27FC236}">
                    <a16:creationId xmlns:a16="http://schemas.microsoft.com/office/drawing/2014/main" id="{B5A762C2-2362-903E-D9A9-D1C8BF355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94" y="-61195"/>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CE35D122-7113-6FF6-E2E4-4DA8AF3BE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0" name="Group 19">
              <a:extLst>
                <a:ext uri="{FF2B5EF4-FFF2-40B4-BE49-F238E27FC236}">
                  <a16:creationId xmlns:a16="http://schemas.microsoft.com/office/drawing/2014/main" id="{18117609-E5E2-8CA8-7936-1C63DFF2CE8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21" name="Group 20">
                <a:extLst>
                  <a:ext uri="{FF2B5EF4-FFF2-40B4-BE49-F238E27FC236}">
                    <a16:creationId xmlns:a16="http://schemas.microsoft.com/office/drawing/2014/main" id="{BCEABBAE-3EAF-79A7-7BE7-41640CE5981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25" name="Freeform: Shape 24">
                  <a:extLst>
                    <a:ext uri="{FF2B5EF4-FFF2-40B4-BE49-F238E27FC236}">
                      <a16:creationId xmlns:a16="http://schemas.microsoft.com/office/drawing/2014/main" id="{4B682476-3776-4E5F-DAAD-4E3ACF1EF5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7DEACF14-0F20-9102-D57A-E9B49121FE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2" name="Group 21">
                <a:extLst>
                  <a:ext uri="{FF2B5EF4-FFF2-40B4-BE49-F238E27FC236}">
                    <a16:creationId xmlns:a16="http://schemas.microsoft.com/office/drawing/2014/main" id="{ECF4CE3E-D628-CC55-96E2-67C68815869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3">
                  <a:alphaModFix amt="57000"/>
                </a:blip>
                <a:tile tx="0" ty="0" sx="100000" sy="100000" flip="none" algn="tl"/>
              </a:blipFill>
              <a:effectLst/>
            </p:grpSpPr>
            <p:sp>
              <p:nvSpPr>
                <p:cNvPr id="23" name="Freeform: Shape 22">
                  <a:extLst>
                    <a:ext uri="{FF2B5EF4-FFF2-40B4-BE49-F238E27FC236}">
                      <a16:creationId xmlns:a16="http://schemas.microsoft.com/office/drawing/2014/main" id="{9C370188-AD0B-C24F-249B-9737AE3FC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F0F84847-EECF-17C0-1D33-4006A5AF02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sp>
        <p:nvSpPr>
          <p:cNvPr id="29" name="Rectangle 1">
            <a:extLst>
              <a:ext uri="{FF2B5EF4-FFF2-40B4-BE49-F238E27FC236}">
                <a16:creationId xmlns:a16="http://schemas.microsoft.com/office/drawing/2014/main" id="{CB0EA043-8736-712F-2B56-AB57ADB57515}"/>
              </a:ext>
            </a:extLst>
          </p:cNvPr>
          <p:cNvSpPr txBox="1">
            <a:spLocks noGrp="1" noChangeArrowheads="1"/>
          </p:cNvSpPr>
          <p:nvPr>
            <p:ph type="title" idx="4294967295"/>
          </p:nvPr>
        </p:nvSpPr>
        <p:spPr bwMode="auto">
          <a:xfrm>
            <a:off x="529156" y="1429525"/>
            <a:ext cx="2695961" cy="2594394"/>
          </a:xfrm>
          <a:prstGeom prst="rect">
            <a:avLst/>
          </a:prstGeom>
          <a:noFill/>
          <a:ln>
            <a:noFill/>
            <a:prstDash/>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marL="742950" indent="-28575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2pPr>
            <a:lvl3pPr marL="11430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3pPr>
            <a:lvl4pPr marL="16002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4pPr>
            <a:lvl5pPr marL="20574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5pPr>
            <a:lvl6pPr marL="25146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6pPr>
            <a:lvl7pPr marL="29718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7pPr>
            <a:lvl8pPr marL="34290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8pPr>
            <a:lvl9pPr marL="38862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9pPr>
          </a:lstStyle>
          <a:p>
            <a:pPr algn="l" defTabSz="914400" hangingPunct="1">
              <a:lnSpc>
                <a:spcPct val="90000"/>
              </a:lnSpc>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pPr>
            <a:r>
              <a:rPr lang="en-US" altLang="en-US">
                <a:solidFill>
                  <a:schemeClr val="tx1"/>
                </a:solidFill>
              </a:rPr>
              <a:t>About the Project</a:t>
            </a:r>
            <a:endParaRPr lang="en-US">
              <a:solidFill>
                <a:schemeClr val="tx1"/>
              </a:solidFill>
              <a:cs typeface="Arial"/>
            </a:endParaRPr>
          </a:p>
        </p:txBody>
      </p:sp>
      <p:grpSp>
        <p:nvGrpSpPr>
          <p:cNvPr id="2" name="Group 1">
            <a:extLst>
              <a:ext uri="{FF2B5EF4-FFF2-40B4-BE49-F238E27FC236}">
                <a16:creationId xmlns:a16="http://schemas.microsoft.com/office/drawing/2014/main" id="{8B23079E-23B1-DE63-DCF4-0E36210E3494}"/>
              </a:ext>
            </a:extLst>
          </p:cNvPr>
          <p:cNvGrpSpPr/>
          <p:nvPr/>
        </p:nvGrpSpPr>
        <p:grpSpPr>
          <a:xfrm>
            <a:off x="4416637" y="392493"/>
            <a:ext cx="5134834" cy="4668461"/>
            <a:chOff x="4382044" y="673159"/>
            <a:chExt cx="5134834" cy="4199850"/>
          </a:xfrm>
        </p:grpSpPr>
        <p:sp>
          <p:nvSpPr>
            <p:cNvPr id="3" name="Freeform: Shape 2">
              <a:extLst>
                <a:ext uri="{FF2B5EF4-FFF2-40B4-BE49-F238E27FC236}">
                  <a16:creationId xmlns:a16="http://schemas.microsoft.com/office/drawing/2014/main" id="{B404E795-70FD-E4A9-4274-E001E8E69959}"/>
                </a:ext>
              </a:extLst>
            </p:cNvPr>
            <p:cNvSpPr/>
            <p:nvPr/>
          </p:nvSpPr>
          <p:spPr>
            <a:xfrm>
              <a:off x="4382044" y="673159"/>
              <a:ext cx="5134834" cy="842400"/>
            </a:xfrm>
            <a:custGeom>
              <a:avLst/>
              <a:gdLst>
                <a:gd name="csX0" fmla="*/ 0 w 5134834"/>
                <a:gd name="csY0" fmla="*/ 140403 h 842400"/>
                <a:gd name="csX1" fmla="*/ 140403 w 5134834"/>
                <a:gd name="csY1" fmla="*/ 0 h 842400"/>
                <a:gd name="csX2" fmla="*/ 4994431 w 5134834"/>
                <a:gd name="csY2" fmla="*/ 0 h 842400"/>
                <a:gd name="csX3" fmla="*/ 5134834 w 5134834"/>
                <a:gd name="csY3" fmla="*/ 140403 h 842400"/>
                <a:gd name="csX4" fmla="*/ 5134834 w 5134834"/>
                <a:gd name="csY4" fmla="*/ 701997 h 842400"/>
                <a:gd name="csX5" fmla="*/ 4994431 w 5134834"/>
                <a:gd name="csY5" fmla="*/ 842400 h 842400"/>
                <a:gd name="csX6" fmla="*/ 140403 w 5134834"/>
                <a:gd name="csY6" fmla="*/ 842400 h 842400"/>
                <a:gd name="csX7" fmla="*/ 0 w 5134834"/>
                <a:gd name="csY7" fmla="*/ 701997 h 842400"/>
                <a:gd name="csX8" fmla="*/ 0 w 5134834"/>
                <a:gd name="csY8" fmla="*/ 140403 h 84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134834" h="842400">
                  <a:moveTo>
                    <a:pt x="0" y="140403"/>
                  </a:moveTo>
                  <a:cubicBezTo>
                    <a:pt x="0" y="62861"/>
                    <a:pt x="62861" y="0"/>
                    <a:pt x="140403" y="0"/>
                  </a:cubicBezTo>
                  <a:lnTo>
                    <a:pt x="4994431" y="0"/>
                  </a:lnTo>
                  <a:cubicBezTo>
                    <a:pt x="5071973" y="0"/>
                    <a:pt x="5134834" y="62861"/>
                    <a:pt x="5134834" y="140403"/>
                  </a:cubicBezTo>
                  <a:lnTo>
                    <a:pt x="5134834" y="701997"/>
                  </a:lnTo>
                  <a:cubicBezTo>
                    <a:pt x="5134834" y="779539"/>
                    <a:pt x="5071973" y="842400"/>
                    <a:pt x="4994431" y="842400"/>
                  </a:cubicBezTo>
                  <a:lnTo>
                    <a:pt x="140403" y="842400"/>
                  </a:lnTo>
                  <a:cubicBezTo>
                    <a:pt x="62861" y="842400"/>
                    <a:pt x="0" y="779539"/>
                    <a:pt x="0" y="701997"/>
                  </a:cubicBezTo>
                  <a:lnTo>
                    <a:pt x="0" y="14040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8283" tIns="178283" rIns="178283" bIns="178283" numCol="1" spcCol="1270" anchor="ctr" anchorCtr="0">
              <a:noAutofit/>
            </a:bodyPr>
            <a:lstStyle/>
            <a:p>
              <a:pPr defTabSz="1600200">
                <a:lnSpc>
                  <a:spcPct val="90000"/>
                </a:lnSpc>
                <a:spcBef>
                  <a:spcPct val="0"/>
                </a:spcBef>
                <a:spcAft>
                  <a:spcPct val="35000"/>
                </a:spcAft>
              </a:pPr>
              <a:r>
                <a:rPr lang="en-GB" sz="3600" dirty="0">
                  <a:solidFill>
                    <a:schemeClr val="tx1"/>
                  </a:solidFill>
                </a:rPr>
                <a:t>Topics</a:t>
              </a:r>
              <a:endParaRPr lang="en-US" sz="3600" dirty="0">
                <a:solidFill>
                  <a:schemeClr val="tx1"/>
                </a:solidFill>
              </a:endParaRPr>
            </a:p>
          </p:txBody>
        </p:sp>
        <p:sp>
          <p:nvSpPr>
            <p:cNvPr id="4" name="Freeform: Shape 3">
              <a:extLst>
                <a:ext uri="{FF2B5EF4-FFF2-40B4-BE49-F238E27FC236}">
                  <a16:creationId xmlns:a16="http://schemas.microsoft.com/office/drawing/2014/main" id="{4231BED9-A310-2F20-54F2-36AA375A2BD7}"/>
                </a:ext>
              </a:extLst>
            </p:cNvPr>
            <p:cNvSpPr/>
            <p:nvPr/>
          </p:nvSpPr>
          <p:spPr>
            <a:xfrm>
              <a:off x="4382044" y="1515559"/>
              <a:ext cx="5134834" cy="838350"/>
            </a:xfrm>
            <a:custGeom>
              <a:avLst/>
              <a:gdLst>
                <a:gd name="csX0" fmla="*/ 0 w 5134834"/>
                <a:gd name="csY0" fmla="*/ 0 h 838350"/>
                <a:gd name="csX1" fmla="*/ 5134834 w 5134834"/>
                <a:gd name="csY1" fmla="*/ 0 h 838350"/>
                <a:gd name="csX2" fmla="*/ 5134834 w 5134834"/>
                <a:gd name="csY2" fmla="*/ 838350 h 838350"/>
                <a:gd name="csX3" fmla="*/ 0 w 5134834"/>
                <a:gd name="csY3" fmla="*/ 838350 h 838350"/>
                <a:gd name="csX4" fmla="*/ 0 w 5134834"/>
                <a:gd name="csY4" fmla="*/ 0 h 838350"/>
              </a:gdLst>
              <a:ahLst/>
              <a:cxnLst>
                <a:cxn ang="0">
                  <a:pos x="csX0" y="csY0"/>
                </a:cxn>
                <a:cxn ang="0">
                  <a:pos x="csX1" y="csY1"/>
                </a:cxn>
                <a:cxn ang="0">
                  <a:pos x="csX2" y="csY2"/>
                </a:cxn>
                <a:cxn ang="0">
                  <a:pos x="csX3" y="csY3"/>
                </a:cxn>
                <a:cxn ang="0">
                  <a:pos x="csX4" y="csY4"/>
                </a:cxn>
              </a:cxnLst>
              <a:rect l="l" t="t" r="r" b="b"/>
              <a:pathLst>
                <a:path w="5134834" h="838350">
                  <a:moveTo>
                    <a:pt x="0" y="0"/>
                  </a:moveTo>
                  <a:lnTo>
                    <a:pt x="5134834" y="0"/>
                  </a:lnTo>
                  <a:lnTo>
                    <a:pt x="5134834" y="838350"/>
                  </a:lnTo>
                  <a:lnTo>
                    <a:pt x="0" y="838350"/>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163031" tIns="45720" rIns="256032" bIns="45720" numCol="1" spcCol="1270" anchor="t" anchorCtr="0">
              <a:noAutofit/>
            </a:bodyPr>
            <a:lstStyle/>
            <a:p>
              <a:pPr marL="285750" lvl="1" indent="-285750" defTabSz="1244600">
                <a:lnSpc>
                  <a:spcPct val="90000"/>
                </a:lnSpc>
                <a:spcBef>
                  <a:spcPct val="0"/>
                </a:spcBef>
                <a:spcAft>
                  <a:spcPct val="20000"/>
                </a:spcAft>
                <a:buClr>
                  <a:schemeClr val="tx1"/>
                </a:buClr>
                <a:buChar char="•"/>
              </a:pPr>
              <a:r>
                <a:rPr lang="en-GB" sz="2800" dirty="0">
                  <a:solidFill>
                    <a:schemeClr val="tx1"/>
                  </a:solidFill>
                </a:rPr>
                <a:t>Eurovision </a:t>
              </a:r>
              <a:r>
                <a:rPr lang="en-GB" sz="2800" b="1" dirty="0">
                  <a:solidFill>
                    <a:schemeClr val="tx1"/>
                  </a:solidFill>
                </a:rPr>
                <a:t>Poll</a:t>
              </a:r>
              <a:r>
                <a:rPr lang="en-GB" sz="2800" dirty="0">
                  <a:solidFill>
                    <a:schemeClr val="tx1"/>
                  </a:solidFill>
                </a:rPr>
                <a:t>, </a:t>
              </a:r>
              <a:r>
                <a:rPr lang="en-GB" sz="2800" b="1" dirty="0">
                  <a:solidFill>
                    <a:schemeClr val="tx1"/>
                  </a:solidFill>
                </a:rPr>
                <a:t>Public</a:t>
              </a:r>
              <a:r>
                <a:rPr lang="en-GB" sz="2800" dirty="0">
                  <a:solidFill>
                    <a:schemeClr val="tx1"/>
                  </a:solidFill>
                </a:rPr>
                <a:t> and </a:t>
              </a:r>
              <a:r>
                <a:rPr lang="en-GB" sz="2800" b="1" dirty="0">
                  <a:solidFill>
                    <a:schemeClr val="tx1"/>
                  </a:solidFill>
                </a:rPr>
                <a:t>Jury</a:t>
              </a:r>
              <a:r>
                <a:rPr lang="en-GB" sz="2800" dirty="0">
                  <a:solidFill>
                    <a:schemeClr val="tx1"/>
                  </a:solidFill>
                </a:rPr>
                <a:t> results comparison</a:t>
              </a:r>
              <a:endParaRPr lang="en-US" sz="2800" dirty="0">
                <a:solidFill>
                  <a:schemeClr val="tx1"/>
                </a:solidFill>
              </a:endParaRPr>
            </a:p>
          </p:txBody>
        </p:sp>
        <p:sp>
          <p:nvSpPr>
            <p:cNvPr id="5" name="Freeform: Shape 4">
              <a:extLst>
                <a:ext uri="{FF2B5EF4-FFF2-40B4-BE49-F238E27FC236}">
                  <a16:creationId xmlns:a16="http://schemas.microsoft.com/office/drawing/2014/main" id="{7C5EFEFA-1669-D881-A4B1-5245ECDF5D56}"/>
                </a:ext>
              </a:extLst>
            </p:cNvPr>
            <p:cNvSpPr/>
            <p:nvPr/>
          </p:nvSpPr>
          <p:spPr>
            <a:xfrm>
              <a:off x="4382044" y="2353909"/>
              <a:ext cx="5134834" cy="842400"/>
            </a:xfrm>
            <a:custGeom>
              <a:avLst/>
              <a:gdLst>
                <a:gd name="csX0" fmla="*/ 0 w 5134834"/>
                <a:gd name="csY0" fmla="*/ 140403 h 842400"/>
                <a:gd name="csX1" fmla="*/ 140403 w 5134834"/>
                <a:gd name="csY1" fmla="*/ 0 h 842400"/>
                <a:gd name="csX2" fmla="*/ 4994431 w 5134834"/>
                <a:gd name="csY2" fmla="*/ 0 h 842400"/>
                <a:gd name="csX3" fmla="*/ 5134834 w 5134834"/>
                <a:gd name="csY3" fmla="*/ 140403 h 842400"/>
                <a:gd name="csX4" fmla="*/ 5134834 w 5134834"/>
                <a:gd name="csY4" fmla="*/ 701997 h 842400"/>
                <a:gd name="csX5" fmla="*/ 4994431 w 5134834"/>
                <a:gd name="csY5" fmla="*/ 842400 h 842400"/>
                <a:gd name="csX6" fmla="*/ 140403 w 5134834"/>
                <a:gd name="csY6" fmla="*/ 842400 h 842400"/>
                <a:gd name="csX7" fmla="*/ 0 w 5134834"/>
                <a:gd name="csY7" fmla="*/ 701997 h 842400"/>
                <a:gd name="csX8" fmla="*/ 0 w 5134834"/>
                <a:gd name="csY8" fmla="*/ 140403 h 84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134834" h="842400">
                  <a:moveTo>
                    <a:pt x="0" y="140403"/>
                  </a:moveTo>
                  <a:cubicBezTo>
                    <a:pt x="0" y="62861"/>
                    <a:pt x="62861" y="0"/>
                    <a:pt x="140403" y="0"/>
                  </a:cubicBezTo>
                  <a:lnTo>
                    <a:pt x="4994431" y="0"/>
                  </a:lnTo>
                  <a:cubicBezTo>
                    <a:pt x="5071973" y="0"/>
                    <a:pt x="5134834" y="62861"/>
                    <a:pt x="5134834" y="140403"/>
                  </a:cubicBezTo>
                  <a:lnTo>
                    <a:pt x="5134834" y="701997"/>
                  </a:lnTo>
                  <a:cubicBezTo>
                    <a:pt x="5134834" y="779539"/>
                    <a:pt x="5071973" y="842400"/>
                    <a:pt x="4994431" y="842400"/>
                  </a:cubicBezTo>
                  <a:lnTo>
                    <a:pt x="140403" y="842400"/>
                  </a:lnTo>
                  <a:cubicBezTo>
                    <a:pt x="62861" y="842400"/>
                    <a:pt x="0" y="779539"/>
                    <a:pt x="0" y="701997"/>
                  </a:cubicBezTo>
                  <a:lnTo>
                    <a:pt x="0" y="14040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8283" tIns="178283" rIns="178283" bIns="178283" numCol="1" spcCol="1270" anchor="ctr" anchorCtr="0">
              <a:noAutofit/>
            </a:bodyPr>
            <a:lstStyle/>
            <a:p>
              <a:pPr defTabSz="1600200">
                <a:lnSpc>
                  <a:spcPct val="90000"/>
                </a:lnSpc>
                <a:spcBef>
                  <a:spcPct val="0"/>
                </a:spcBef>
                <a:spcAft>
                  <a:spcPct val="35000"/>
                </a:spcAft>
              </a:pPr>
              <a:r>
                <a:rPr lang="en-GB" sz="3600" dirty="0">
                  <a:solidFill>
                    <a:schemeClr val="tx1"/>
                  </a:solidFill>
                </a:rPr>
                <a:t>Sites</a:t>
              </a:r>
              <a:endParaRPr lang="en-US" sz="3600" dirty="0">
                <a:solidFill>
                  <a:schemeClr val="tx1"/>
                </a:solidFill>
              </a:endParaRPr>
            </a:p>
          </p:txBody>
        </p:sp>
        <p:sp>
          <p:nvSpPr>
            <p:cNvPr id="6" name="Freeform: Shape 5">
              <a:extLst>
                <a:ext uri="{FF2B5EF4-FFF2-40B4-BE49-F238E27FC236}">
                  <a16:creationId xmlns:a16="http://schemas.microsoft.com/office/drawing/2014/main" id="{5027B32D-E98F-5FB7-3520-4CE2C65B2CD1}"/>
                </a:ext>
              </a:extLst>
            </p:cNvPr>
            <p:cNvSpPr/>
            <p:nvPr/>
          </p:nvSpPr>
          <p:spPr>
            <a:xfrm>
              <a:off x="4382044" y="3196309"/>
              <a:ext cx="5134834" cy="1676700"/>
            </a:xfrm>
            <a:custGeom>
              <a:avLst/>
              <a:gdLst>
                <a:gd name="csX0" fmla="*/ 0 w 5134834"/>
                <a:gd name="csY0" fmla="*/ 0 h 1676700"/>
                <a:gd name="csX1" fmla="*/ 5134834 w 5134834"/>
                <a:gd name="csY1" fmla="*/ 0 h 1676700"/>
                <a:gd name="csX2" fmla="*/ 5134834 w 5134834"/>
                <a:gd name="csY2" fmla="*/ 1676700 h 1676700"/>
                <a:gd name="csX3" fmla="*/ 0 w 5134834"/>
                <a:gd name="csY3" fmla="*/ 1676700 h 1676700"/>
                <a:gd name="csX4" fmla="*/ 0 w 5134834"/>
                <a:gd name="csY4" fmla="*/ 0 h 1676700"/>
              </a:gdLst>
              <a:ahLst/>
              <a:cxnLst>
                <a:cxn ang="0">
                  <a:pos x="csX0" y="csY0"/>
                </a:cxn>
                <a:cxn ang="0">
                  <a:pos x="csX1" y="csY1"/>
                </a:cxn>
                <a:cxn ang="0">
                  <a:pos x="csX2" y="csY2"/>
                </a:cxn>
                <a:cxn ang="0">
                  <a:pos x="csX3" y="csY3"/>
                </a:cxn>
                <a:cxn ang="0">
                  <a:pos x="csX4" y="csY4"/>
                </a:cxn>
              </a:cxnLst>
              <a:rect l="l" t="t" r="r" b="b"/>
              <a:pathLst>
                <a:path w="5134834" h="1676700">
                  <a:moveTo>
                    <a:pt x="0" y="0"/>
                  </a:moveTo>
                  <a:lnTo>
                    <a:pt x="5134834" y="0"/>
                  </a:lnTo>
                  <a:lnTo>
                    <a:pt x="5134834" y="1676700"/>
                  </a:lnTo>
                  <a:lnTo>
                    <a:pt x="0" y="1676700"/>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163031" tIns="45720" rIns="256032" bIns="45720" numCol="1" spcCol="1270" anchor="t" anchorCtr="0">
              <a:noAutofit/>
            </a:bodyPr>
            <a:lstStyle/>
            <a:p>
              <a:pPr marL="285750" lvl="1" indent="-285750" defTabSz="1244600">
                <a:lnSpc>
                  <a:spcPct val="90000"/>
                </a:lnSpc>
                <a:spcBef>
                  <a:spcPct val="0"/>
                </a:spcBef>
                <a:spcAft>
                  <a:spcPct val="20000"/>
                </a:spcAft>
                <a:buClr>
                  <a:schemeClr val="tx1"/>
                </a:buClr>
                <a:buChar char="•"/>
              </a:pPr>
              <a:r>
                <a:rPr lang="en-GB" sz="2800" dirty="0">
                  <a:solidFill>
                    <a:schemeClr val="tx1"/>
                  </a:solidFill>
                </a:rPr>
                <a:t>Collection of</a:t>
              </a:r>
              <a:r>
                <a:rPr lang="en-GB" sz="2800" b="1" dirty="0">
                  <a:solidFill>
                    <a:schemeClr val="tx1"/>
                  </a:solidFill>
                </a:rPr>
                <a:t> Jury</a:t>
              </a:r>
              <a:r>
                <a:rPr lang="en-GB" sz="2800" dirty="0">
                  <a:solidFill>
                    <a:schemeClr val="tx1"/>
                  </a:solidFill>
                </a:rPr>
                <a:t>, </a:t>
              </a:r>
              <a:r>
                <a:rPr lang="en-GB" sz="2800" b="1" dirty="0">
                  <a:solidFill>
                    <a:schemeClr val="tx1"/>
                  </a:solidFill>
                </a:rPr>
                <a:t>Public</a:t>
              </a:r>
              <a:r>
                <a:rPr lang="en-GB" sz="2800" dirty="0">
                  <a:solidFill>
                    <a:schemeClr val="tx1"/>
                  </a:solidFill>
                </a:rPr>
                <a:t> and </a:t>
              </a:r>
              <a:r>
                <a:rPr lang="en-GB" sz="2800" b="1" dirty="0">
                  <a:solidFill>
                    <a:schemeClr val="tx1"/>
                  </a:solidFill>
                </a:rPr>
                <a:t>Final</a:t>
              </a:r>
              <a:r>
                <a:rPr lang="en-GB" sz="2800" dirty="0">
                  <a:solidFill>
                    <a:schemeClr val="tx1"/>
                  </a:solidFill>
                </a:rPr>
                <a:t> voting (</a:t>
              </a:r>
              <a:r>
                <a:rPr lang="en-GB" sz="2800" dirty="0" err="1">
                  <a:solidFill>
                    <a:schemeClr val="tx1"/>
                  </a:solidFill>
                  <a:hlinkClick r:id="rId4">
                    <a:extLst>
                      <a:ext uri="{A12FA001-AC4F-418D-AE19-62706E023703}">
                        <ahyp:hlinkClr xmlns:ahyp="http://schemas.microsoft.com/office/drawing/2018/hyperlinkcolor" val="tx"/>
                      </a:ext>
                    </a:extLst>
                  </a:hlinkClick>
                </a:rPr>
                <a:t>Eschome</a:t>
              </a:r>
              <a:r>
                <a:rPr lang="en-GB" sz="2800" dirty="0">
                  <a:solidFill>
                    <a:schemeClr val="tx1"/>
                  </a:solidFill>
                </a:rPr>
                <a:t>)</a:t>
              </a:r>
              <a:endParaRPr lang="en-US" sz="2800" dirty="0">
                <a:solidFill>
                  <a:schemeClr val="tx1"/>
                </a:solidFill>
              </a:endParaRPr>
            </a:p>
            <a:p>
              <a:pPr marL="285750" lvl="1" indent="-285750" defTabSz="1244600">
                <a:lnSpc>
                  <a:spcPct val="90000"/>
                </a:lnSpc>
                <a:spcBef>
                  <a:spcPct val="0"/>
                </a:spcBef>
                <a:spcAft>
                  <a:spcPct val="20000"/>
                </a:spcAft>
                <a:buClr>
                  <a:schemeClr val="tx1"/>
                </a:buClr>
                <a:buChar char="•"/>
              </a:pPr>
              <a:r>
                <a:rPr lang="en-GB" sz="2800" dirty="0">
                  <a:solidFill>
                    <a:schemeClr val="tx1"/>
                  </a:solidFill>
                </a:rPr>
                <a:t>Collection of </a:t>
              </a:r>
              <a:r>
                <a:rPr lang="en-GB" sz="2800" b="1" dirty="0">
                  <a:solidFill>
                    <a:schemeClr val="tx1"/>
                  </a:solidFill>
                </a:rPr>
                <a:t>Polling</a:t>
              </a:r>
              <a:r>
                <a:rPr lang="en-GB" sz="2800" dirty="0">
                  <a:solidFill>
                    <a:schemeClr val="tx1"/>
                  </a:solidFill>
                </a:rPr>
                <a:t> (</a:t>
              </a:r>
              <a:r>
                <a:rPr lang="en-GB" sz="2800" dirty="0">
                  <a:solidFill>
                    <a:schemeClr val="tx1"/>
                  </a:solidFill>
                  <a:hlinkClick r:id="rId5">
                    <a:extLst>
                      <a:ext uri="{A12FA001-AC4F-418D-AE19-62706E023703}">
                        <ahyp:hlinkClr xmlns:ahyp="http://schemas.microsoft.com/office/drawing/2018/hyperlinkcolor" val="tx"/>
                      </a:ext>
                    </a:extLst>
                  </a:hlinkClick>
                </a:rPr>
                <a:t>Kaggle</a:t>
              </a:r>
              <a:r>
                <a:rPr lang="en-GB" sz="2800" dirty="0">
                  <a:solidFill>
                    <a:schemeClr val="tx1"/>
                  </a:solidFill>
                </a:rPr>
                <a:t>)</a:t>
              </a:r>
              <a:endParaRPr lang="en-US" sz="2800" dirty="0">
                <a:solidFill>
                  <a:schemeClr val="tx1"/>
                </a:solidFill>
              </a:endParaRPr>
            </a:p>
          </p:txBody>
        </p:sp>
      </p:grpSp>
    </p:spTree>
    <p:extLst>
      <p:ext uri="{BB962C8B-B14F-4D97-AF65-F5344CB8AC3E}">
        <p14:creationId xmlns:p14="http://schemas.microsoft.com/office/powerpoint/2010/main" val="4063464686"/>
      </p:ext>
    </p:extLst>
  </p:cSld>
  <p:clrMapOvr>
    <a:overrideClrMapping bg1="dk1" tx1="lt1" bg2="dk2" tx2="lt2" accent1="accent1" accent2="accent2" accent3="accent3" accent4="accent4" accent5="accent5" accent6="accent6" hlink="hlink" folHlink="folHlink"/>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7" name="Rectangle 5126">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0080625" cy="567055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29" name="Group 5128">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2725312"/>
            <a:ext cx="10080625" cy="2945238"/>
            <a:chOff x="0" y="3296011"/>
            <a:chExt cx="12192000" cy="3561989"/>
          </a:xfrm>
          <a:effectLst>
            <a:outerShdw blurRad="254000" dist="152400" dir="16200000" rotWithShape="0">
              <a:prstClr val="black">
                <a:alpha val="10000"/>
              </a:prstClr>
            </a:outerShdw>
          </a:effectLst>
        </p:grpSpPr>
        <p:grpSp>
          <p:nvGrpSpPr>
            <p:cNvPr id="5130" name="Group 5129">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5134" name="Freeform: Shape 5133">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35" name="Freeform: Shape 5134">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5131" name="Group 5130">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5132" name="Freeform: Shape 5131">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33" name="Freeform: Shape 5132">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3">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5122" name="Rectangle 2">
            <a:extLst>
              <a:ext uri="{FF2B5EF4-FFF2-40B4-BE49-F238E27FC236}">
                <a16:creationId xmlns:a16="http://schemas.microsoft.com/office/drawing/2014/main" id="{7245043F-C597-9160-A958-419B11CED51B}"/>
              </a:ext>
            </a:extLst>
          </p:cNvPr>
          <p:cNvSpPr>
            <a:spLocks noGrp="1" noChangeArrowheads="1"/>
          </p:cNvSpPr>
          <p:nvPr>
            <p:ph type="title"/>
          </p:nvPr>
        </p:nvSpPr>
        <p:spPr>
          <a:xfrm>
            <a:off x="693042" y="926633"/>
            <a:ext cx="5805548" cy="1908642"/>
          </a:xfrm>
        </p:spPr>
        <p:txBody>
          <a:bodyPr vert="horz" wrap="square" lIns="91440" tIns="45720" rIns="91440" bIns="45720" numCol="1" rtlCol="0" anchor="b" anchorCtr="0" compatLnSpc="1">
            <a:prstTxWarp prst="textNoShape">
              <a:avLst/>
            </a:prstTxWarp>
            <a:normAutofit/>
          </a:bodyPr>
          <a:lstStyle/>
          <a:p>
            <a:pPr algn="l" defTabSz="914400" hangingPunct="1">
              <a:lnSpc>
                <a:spcPct val="90000"/>
              </a:lnSpc>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US" altLang="en-US" sz="4100" dirty="0">
                <a:solidFill>
                  <a:schemeClr val="bg1"/>
                </a:solidFill>
              </a:rPr>
              <a:t>How are </a:t>
            </a:r>
            <a:r>
              <a:rPr lang="en-US" altLang="en-US" sz="4100" b="1" dirty="0">
                <a:solidFill>
                  <a:schemeClr val="bg1"/>
                </a:solidFill>
              </a:rPr>
              <a:t>Poll</a:t>
            </a:r>
            <a:r>
              <a:rPr lang="en-US" altLang="en-US" sz="4100" dirty="0">
                <a:solidFill>
                  <a:schemeClr val="bg1"/>
                </a:solidFill>
              </a:rPr>
              <a:t> opinions </a:t>
            </a:r>
            <a:r>
              <a:rPr lang="en-US" altLang="en-US" sz="4100" b="1" dirty="0">
                <a:solidFill>
                  <a:schemeClr val="bg1"/>
                </a:solidFill>
              </a:rPr>
              <a:t>compared</a:t>
            </a:r>
            <a:r>
              <a:rPr lang="en-US" altLang="en-US" sz="4100" dirty="0">
                <a:solidFill>
                  <a:schemeClr val="bg1"/>
                </a:solidFill>
              </a:rPr>
              <a:t> to the </a:t>
            </a:r>
            <a:r>
              <a:rPr lang="en-US" altLang="en-US" sz="4100" b="1" dirty="0">
                <a:solidFill>
                  <a:schemeClr val="bg1"/>
                </a:solidFill>
              </a:rPr>
              <a:t>Public</a:t>
            </a:r>
            <a:r>
              <a:rPr lang="en-US" altLang="en-US" sz="4100" dirty="0">
                <a:solidFill>
                  <a:schemeClr val="bg1"/>
                </a:solidFill>
              </a:rPr>
              <a:t> over the years?</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F91530-E454-9BF4-73C3-CC41D7418C6B}"/>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3B0E691-8B1B-E1F8-9296-86BAC397BCE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54" y="-66697"/>
            <a:ext cx="3788665" cy="5830358"/>
            <a:chOff x="-2" y="-61195"/>
            <a:chExt cx="4582198" cy="6919196"/>
          </a:xfrm>
          <a:effectLst>
            <a:outerShdw blurRad="381000" dist="50800" algn="ctr" rotWithShape="0">
              <a:srgbClr val="000000">
                <a:alpha val="10000"/>
              </a:srgbClr>
            </a:outerShdw>
          </a:effectLst>
        </p:grpSpPr>
        <p:grpSp>
          <p:nvGrpSpPr>
            <p:cNvPr id="19" name="Group 18">
              <a:extLst>
                <a:ext uri="{FF2B5EF4-FFF2-40B4-BE49-F238E27FC236}">
                  <a16:creationId xmlns:a16="http://schemas.microsoft.com/office/drawing/2014/main" id="{0416DD43-E019-FA54-6178-7F979F7530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61195"/>
              <a:ext cx="4582198" cy="6919196"/>
              <a:chOff x="-2" y="-61195"/>
              <a:chExt cx="4582198" cy="6919196"/>
            </a:xfrm>
            <a:effectLst/>
          </p:grpSpPr>
          <p:sp>
            <p:nvSpPr>
              <p:cNvPr id="27" name="Freeform: Shape 26">
                <a:extLst>
                  <a:ext uri="{FF2B5EF4-FFF2-40B4-BE49-F238E27FC236}">
                    <a16:creationId xmlns:a16="http://schemas.microsoft.com/office/drawing/2014/main" id="{C89DFFED-D6C9-36ED-4D6C-A4D863E55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94" y="-61195"/>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C2D372EA-C2F6-A82B-1821-E2D31DD08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0" name="Group 19">
              <a:extLst>
                <a:ext uri="{FF2B5EF4-FFF2-40B4-BE49-F238E27FC236}">
                  <a16:creationId xmlns:a16="http://schemas.microsoft.com/office/drawing/2014/main" id="{0706B4B0-4C0D-56FE-08CB-C0BAD69F58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21" name="Group 20">
                <a:extLst>
                  <a:ext uri="{FF2B5EF4-FFF2-40B4-BE49-F238E27FC236}">
                    <a16:creationId xmlns:a16="http://schemas.microsoft.com/office/drawing/2014/main" id="{0861B6F3-2012-1EE8-1981-2D3AB04E7B1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25" name="Freeform: Shape 24">
                  <a:extLst>
                    <a:ext uri="{FF2B5EF4-FFF2-40B4-BE49-F238E27FC236}">
                      <a16:creationId xmlns:a16="http://schemas.microsoft.com/office/drawing/2014/main" id="{4242EA23-110D-61D2-EDAB-41FAF0D625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85A2A158-91E2-395D-1CDE-4AF6323987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2" name="Group 21">
                <a:extLst>
                  <a:ext uri="{FF2B5EF4-FFF2-40B4-BE49-F238E27FC236}">
                    <a16:creationId xmlns:a16="http://schemas.microsoft.com/office/drawing/2014/main" id="{F543E469-658D-7F6F-B0B7-59F57EFE624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3">
                  <a:alphaModFix amt="57000"/>
                </a:blip>
                <a:tile tx="0" ty="0" sx="100000" sy="100000" flip="none" algn="tl"/>
              </a:blipFill>
              <a:effectLst/>
            </p:grpSpPr>
            <p:sp>
              <p:nvSpPr>
                <p:cNvPr id="23" name="Freeform: Shape 22">
                  <a:extLst>
                    <a:ext uri="{FF2B5EF4-FFF2-40B4-BE49-F238E27FC236}">
                      <a16:creationId xmlns:a16="http://schemas.microsoft.com/office/drawing/2014/main" id="{38711795-F86F-8E7A-2A81-658AB8B32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1A5DD890-892A-6AAA-DA91-81CD8C801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sp>
        <p:nvSpPr>
          <p:cNvPr id="29" name="Rectangle 1">
            <a:extLst>
              <a:ext uri="{FF2B5EF4-FFF2-40B4-BE49-F238E27FC236}">
                <a16:creationId xmlns:a16="http://schemas.microsoft.com/office/drawing/2014/main" id="{A341874E-9532-080B-3AA5-9D4F8228FA26}"/>
              </a:ext>
            </a:extLst>
          </p:cNvPr>
          <p:cNvSpPr txBox="1">
            <a:spLocks noGrp="1" noChangeArrowheads="1"/>
          </p:cNvSpPr>
          <p:nvPr>
            <p:ph type="title" idx="4294967295"/>
          </p:nvPr>
        </p:nvSpPr>
        <p:spPr bwMode="auto">
          <a:xfrm>
            <a:off x="152652" y="1420600"/>
            <a:ext cx="3090313" cy="2594394"/>
          </a:xfrm>
          <a:prstGeom prst="rect">
            <a:avLst/>
          </a:prstGeom>
          <a:noFill/>
          <a:ln>
            <a:noFill/>
            <a:prstDash/>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marL="742950" indent="-28575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2pPr>
            <a:lvl3pPr marL="11430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3pPr>
            <a:lvl4pPr marL="16002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4pPr>
            <a:lvl5pPr marL="20574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5pPr>
            <a:lvl6pPr marL="25146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6pPr>
            <a:lvl7pPr marL="29718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7pPr>
            <a:lvl8pPr marL="34290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8pPr>
            <a:lvl9pPr marL="38862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9pPr>
          </a:lstStyle>
          <a:p>
            <a:pPr algn="l" defTabSz="914400">
              <a:lnSpc>
                <a:spcPct val="90000"/>
              </a:lnSpc>
              <a:spcBef>
                <a:spcPct val="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pPr>
            <a:r>
              <a:rPr lang="en-US">
                <a:solidFill>
                  <a:schemeClr val="tx1"/>
                </a:solidFill>
                <a:ea typeface="+mj-lt"/>
                <a:cs typeface="+mj-lt"/>
              </a:rPr>
              <a:t>How Eurovision is Scored</a:t>
            </a:r>
            <a:endParaRPr lang="en-US"/>
          </a:p>
        </p:txBody>
      </p:sp>
      <p:grpSp>
        <p:nvGrpSpPr>
          <p:cNvPr id="2" name="Group 1" descr="explain what poll, public, Jury anf Final votes are">
            <a:extLst>
              <a:ext uri="{FF2B5EF4-FFF2-40B4-BE49-F238E27FC236}">
                <a16:creationId xmlns:a16="http://schemas.microsoft.com/office/drawing/2014/main" id="{561B9F1B-86A5-DF69-4F7D-1DF97BABE6A4}"/>
              </a:ext>
            </a:extLst>
          </p:cNvPr>
          <p:cNvGrpSpPr/>
          <p:nvPr/>
        </p:nvGrpSpPr>
        <p:grpSpPr>
          <a:xfrm>
            <a:off x="4391885" y="59665"/>
            <a:ext cx="5394140" cy="5551219"/>
            <a:chOff x="4372430" y="161632"/>
            <a:chExt cx="5394140" cy="5584140"/>
          </a:xfrm>
        </p:grpSpPr>
        <p:sp>
          <p:nvSpPr>
            <p:cNvPr id="3" name="Freeform: Shape 2">
              <a:extLst>
                <a:ext uri="{FF2B5EF4-FFF2-40B4-BE49-F238E27FC236}">
                  <a16:creationId xmlns:a16="http://schemas.microsoft.com/office/drawing/2014/main" id="{925DFCE1-8530-75A7-4453-8F9F6C6D2A30}"/>
                </a:ext>
              </a:extLst>
            </p:cNvPr>
            <p:cNvSpPr/>
            <p:nvPr/>
          </p:nvSpPr>
          <p:spPr>
            <a:xfrm>
              <a:off x="4372430" y="161632"/>
              <a:ext cx="5319625" cy="837135"/>
            </a:xfrm>
            <a:custGeom>
              <a:avLst/>
              <a:gdLst>
                <a:gd name="csX0" fmla="*/ 0 w 5319625"/>
                <a:gd name="csY0" fmla="*/ 139525 h 837135"/>
                <a:gd name="csX1" fmla="*/ 139525 w 5319625"/>
                <a:gd name="csY1" fmla="*/ 0 h 837135"/>
                <a:gd name="csX2" fmla="*/ 5180100 w 5319625"/>
                <a:gd name="csY2" fmla="*/ 0 h 837135"/>
                <a:gd name="csX3" fmla="*/ 5319625 w 5319625"/>
                <a:gd name="csY3" fmla="*/ 139525 h 837135"/>
                <a:gd name="csX4" fmla="*/ 5319625 w 5319625"/>
                <a:gd name="csY4" fmla="*/ 697610 h 837135"/>
                <a:gd name="csX5" fmla="*/ 5180100 w 5319625"/>
                <a:gd name="csY5" fmla="*/ 837135 h 837135"/>
                <a:gd name="csX6" fmla="*/ 139525 w 5319625"/>
                <a:gd name="csY6" fmla="*/ 837135 h 837135"/>
                <a:gd name="csX7" fmla="*/ 0 w 5319625"/>
                <a:gd name="csY7" fmla="*/ 697610 h 837135"/>
                <a:gd name="csX8" fmla="*/ 0 w 5319625"/>
                <a:gd name="csY8" fmla="*/ 139525 h 8371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19625" h="837135">
                  <a:moveTo>
                    <a:pt x="0" y="139525"/>
                  </a:moveTo>
                  <a:cubicBezTo>
                    <a:pt x="0" y="62467"/>
                    <a:pt x="62467" y="0"/>
                    <a:pt x="139525" y="0"/>
                  </a:cubicBezTo>
                  <a:lnTo>
                    <a:pt x="5180100" y="0"/>
                  </a:lnTo>
                  <a:cubicBezTo>
                    <a:pt x="5257158" y="0"/>
                    <a:pt x="5319625" y="62467"/>
                    <a:pt x="5319625" y="139525"/>
                  </a:cubicBezTo>
                  <a:lnTo>
                    <a:pt x="5319625" y="697610"/>
                  </a:lnTo>
                  <a:cubicBezTo>
                    <a:pt x="5319625" y="774668"/>
                    <a:pt x="5257158" y="837135"/>
                    <a:pt x="5180100" y="837135"/>
                  </a:cubicBezTo>
                  <a:lnTo>
                    <a:pt x="139525" y="837135"/>
                  </a:lnTo>
                  <a:cubicBezTo>
                    <a:pt x="62467" y="837135"/>
                    <a:pt x="0" y="774668"/>
                    <a:pt x="0" y="697610"/>
                  </a:cubicBezTo>
                  <a:lnTo>
                    <a:pt x="0" y="139525"/>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8026" tIns="178026" rIns="178026" bIns="178026" numCol="1" spcCol="1270" anchor="ctr" anchorCtr="0">
              <a:noAutofit/>
            </a:bodyPr>
            <a:lstStyle/>
            <a:p>
              <a:pPr marL="0" lvl="0" indent="0" algn="l" defTabSz="1600200">
                <a:lnSpc>
                  <a:spcPct val="90000"/>
                </a:lnSpc>
                <a:spcBef>
                  <a:spcPct val="0"/>
                </a:spcBef>
                <a:spcAft>
                  <a:spcPct val="35000"/>
                </a:spcAft>
                <a:buNone/>
              </a:pPr>
              <a:r>
                <a:rPr lang="en-GB" sz="3600" b="0" u="none" kern="1200" dirty="0">
                  <a:latin typeface="Arial"/>
                  <a:ea typeface="Calibri"/>
                  <a:cs typeface="Arial"/>
                </a:rPr>
                <a:t>Poll</a:t>
              </a:r>
            </a:p>
          </p:txBody>
        </p:sp>
        <p:sp>
          <p:nvSpPr>
            <p:cNvPr id="4" name="Freeform: Shape 3">
              <a:extLst>
                <a:ext uri="{FF2B5EF4-FFF2-40B4-BE49-F238E27FC236}">
                  <a16:creationId xmlns:a16="http://schemas.microsoft.com/office/drawing/2014/main" id="{6DF23051-71F9-76AB-F9C2-42B5AC40972B}"/>
                </a:ext>
              </a:extLst>
            </p:cNvPr>
            <p:cNvSpPr/>
            <p:nvPr/>
          </p:nvSpPr>
          <p:spPr>
            <a:xfrm>
              <a:off x="4372430" y="998767"/>
              <a:ext cx="5319625" cy="447120"/>
            </a:xfrm>
            <a:custGeom>
              <a:avLst/>
              <a:gdLst>
                <a:gd name="csX0" fmla="*/ 0 w 5319625"/>
                <a:gd name="csY0" fmla="*/ 0 h 447120"/>
                <a:gd name="csX1" fmla="*/ 5319625 w 5319625"/>
                <a:gd name="csY1" fmla="*/ 0 h 447120"/>
                <a:gd name="csX2" fmla="*/ 5319625 w 5319625"/>
                <a:gd name="csY2" fmla="*/ 447120 h 447120"/>
                <a:gd name="csX3" fmla="*/ 0 w 5319625"/>
                <a:gd name="csY3" fmla="*/ 447120 h 447120"/>
                <a:gd name="csX4" fmla="*/ 0 w 5319625"/>
                <a:gd name="csY4" fmla="*/ 0 h 447120"/>
              </a:gdLst>
              <a:ahLst/>
              <a:cxnLst>
                <a:cxn ang="0">
                  <a:pos x="csX0" y="csY0"/>
                </a:cxn>
                <a:cxn ang="0">
                  <a:pos x="csX1" y="csY1"/>
                </a:cxn>
                <a:cxn ang="0">
                  <a:pos x="csX2" y="csY2"/>
                </a:cxn>
                <a:cxn ang="0">
                  <a:pos x="csX3" y="csY3"/>
                </a:cxn>
                <a:cxn ang="0">
                  <a:pos x="csX4" y="csY4"/>
                </a:cxn>
              </a:cxnLst>
              <a:rect l="l" t="t" r="r" b="b"/>
              <a:pathLst>
                <a:path w="5319625" h="447120">
                  <a:moveTo>
                    <a:pt x="0" y="0"/>
                  </a:moveTo>
                  <a:lnTo>
                    <a:pt x="5319625" y="0"/>
                  </a:lnTo>
                  <a:lnTo>
                    <a:pt x="5319625" y="447120"/>
                  </a:lnTo>
                  <a:lnTo>
                    <a:pt x="0" y="447120"/>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168898" tIns="34290" rIns="192024" bIns="34290" numCol="1" spcCol="1270" anchor="t" anchorCtr="0">
              <a:noAutofit/>
            </a:bodyPr>
            <a:lstStyle/>
            <a:p>
              <a:pPr marL="228600" lvl="1" indent="-228600" algn="l" defTabSz="933450">
                <a:lnSpc>
                  <a:spcPct val="93000"/>
                </a:lnSpc>
                <a:spcBef>
                  <a:spcPct val="0"/>
                </a:spcBef>
                <a:spcAft>
                  <a:spcPct val="20000"/>
                </a:spcAft>
                <a:buChar char="•"/>
              </a:pPr>
              <a:r>
                <a:rPr lang="en-GB" sz="2400" b="0" u="none" kern="1200" dirty="0">
                  <a:latin typeface="Arial"/>
                  <a:ea typeface="Calibri"/>
                  <a:cs typeface="Arial"/>
                </a:rPr>
                <a:t>Internet and fan</a:t>
              </a:r>
              <a:r>
                <a:rPr lang="en-GB" sz="2400" b="1" u="none" kern="1200" dirty="0">
                  <a:latin typeface="Arial"/>
                  <a:ea typeface="Calibri"/>
                  <a:cs typeface="Arial"/>
                </a:rPr>
                <a:t> Predictions</a:t>
              </a:r>
              <a:endParaRPr lang="en-US" sz="2400" b="1" u="none" kern="1200" dirty="0">
                <a:latin typeface="Arial"/>
                <a:ea typeface="Calibri"/>
                <a:cs typeface="Arial"/>
              </a:endParaRPr>
            </a:p>
          </p:txBody>
        </p:sp>
        <p:sp>
          <p:nvSpPr>
            <p:cNvPr id="5" name="Freeform: Shape 4">
              <a:extLst>
                <a:ext uri="{FF2B5EF4-FFF2-40B4-BE49-F238E27FC236}">
                  <a16:creationId xmlns:a16="http://schemas.microsoft.com/office/drawing/2014/main" id="{924F859C-D638-397C-D9AD-2F7E083F9CBC}"/>
                </a:ext>
              </a:extLst>
            </p:cNvPr>
            <p:cNvSpPr/>
            <p:nvPr/>
          </p:nvSpPr>
          <p:spPr>
            <a:xfrm>
              <a:off x="4372430" y="1445887"/>
              <a:ext cx="5319625" cy="781245"/>
            </a:xfrm>
            <a:custGeom>
              <a:avLst/>
              <a:gdLst>
                <a:gd name="csX0" fmla="*/ 0 w 5319625"/>
                <a:gd name="csY0" fmla="*/ 139525 h 837135"/>
                <a:gd name="csX1" fmla="*/ 139525 w 5319625"/>
                <a:gd name="csY1" fmla="*/ 0 h 837135"/>
                <a:gd name="csX2" fmla="*/ 5180100 w 5319625"/>
                <a:gd name="csY2" fmla="*/ 0 h 837135"/>
                <a:gd name="csX3" fmla="*/ 5319625 w 5319625"/>
                <a:gd name="csY3" fmla="*/ 139525 h 837135"/>
                <a:gd name="csX4" fmla="*/ 5319625 w 5319625"/>
                <a:gd name="csY4" fmla="*/ 697610 h 837135"/>
                <a:gd name="csX5" fmla="*/ 5180100 w 5319625"/>
                <a:gd name="csY5" fmla="*/ 837135 h 837135"/>
                <a:gd name="csX6" fmla="*/ 139525 w 5319625"/>
                <a:gd name="csY6" fmla="*/ 837135 h 837135"/>
                <a:gd name="csX7" fmla="*/ 0 w 5319625"/>
                <a:gd name="csY7" fmla="*/ 697610 h 837135"/>
                <a:gd name="csX8" fmla="*/ 0 w 5319625"/>
                <a:gd name="csY8" fmla="*/ 139525 h 8371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19625" h="837135">
                  <a:moveTo>
                    <a:pt x="0" y="139525"/>
                  </a:moveTo>
                  <a:cubicBezTo>
                    <a:pt x="0" y="62467"/>
                    <a:pt x="62467" y="0"/>
                    <a:pt x="139525" y="0"/>
                  </a:cubicBezTo>
                  <a:lnTo>
                    <a:pt x="5180100" y="0"/>
                  </a:lnTo>
                  <a:cubicBezTo>
                    <a:pt x="5257158" y="0"/>
                    <a:pt x="5319625" y="62467"/>
                    <a:pt x="5319625" y="139525"/>
                  </a:cubicBezTo>
                  <a:lnTo>
                    <a:pt x="5319625" y="697610"/>
                  </a:lnTo>
                  <a:cubicBezTo>
                    <a:pt x="5319625" y="774668"/>
                    <a:pt x="5257158" y="837135"/>
                    <a:pt x="5180100" y="837135"/>
                  </a:cubicBezTo>
                  <a:lnTo>
                    <a:pt x="139525" y="837135"/>
                  </a:lnTo>
                  <a:cubicBezTo>
                    <a:pt x="62467" y="837135"/>
                    <a:pt x="0" y="774668"/>
                    <a:pt x="0" y="697610"/>
                  </a:cubicBezTo>
                  <a:lnTo>
                    <a:pt x="0" y="139525"/>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43736" tIns="143736" rIns="143736" bIns="143736" numCol="1" spcCol="1270" anchor="ctr" anchorCtr="0">
              <a:noAutofit/>
            </a:bodyPr>
            <a:lstStyle/>
            <a:p>
              <a:pPr marL="0" lvl="0" indent="0" algn="l" defTabSz="1200150">
                <a:lnSpc>
                  <a:spcPct val="93000"/>
                </a:lnSpc>
                <a:spcBef>
                  <a:spcPct val="0"/>
                </a:spcBef>
                <a:spcAft>
                  <a:spcPct val="35000"/>
                </a:spcAft>
                <a:buNone/>
              </a:pPr>
              <a:r>
                <a:rPr lang="en-GB" sz="3600" b="0" u="none" kern="1200" dirty="0">
                  <a:latin typeface="Arial"/>
                  <a:ea typeface="Calibri"/>
                  <a:cs typeface="Arial"/>
                </a:rPr>
                <a:t>Public</a:t>
              </a:r>
              <a:endParaRPr lang="en-US" sz="3600" b="0" u="none" kern="1200" dirty="0">
                <a:latin typeface="Arial"/>
                <a:ea typeface="Calibri"/>
                <a:cs typeface="Arial"/>
              </a:endParaRPr>
            </a:p>
          </p:txBody>
        </p:sp>
        <p:sp>
          <p:nvSpPr>
            <p:cNvPr id="6" name="Freeform: Shape 5">
              <a:extLst>
                <a:ext uri="{FF2B5EF4-FFF2-40B4-BE49-F238E27FC236}">
                  <a16:creationId xmlns:a16="http://schemas.microsoft.com/office/drawing/2014/main" id="{9621FA40-686B-91BD-7FED-D2A454A7A1C8}"/>
                </a:ext>
              </a:extLst>
            </p:cNvPr>
            <p:cNvSpPr/>
            <p:nvPr/>
          </p:nvSpPr>
          <p:spPr>
            <a:xfrm>
              <a:off x="4372430" y="2283022"/>
              <a:ext cx="5394140" cy="642734"/>
            </a:xfrm>
            <a:custGeom>
              <a:avLst/>
              <a:gdLst>
                <a:gd name="csX0" fmla="*/ 0 w 5319625"/>
                <a:gd name="csY0" fmla="*/ 0 h 642734"/>
                <a:gd name="csX1" fmla="*/ 5319625 w 5319625"/>
                <a:gd name="csY1" fmla="*/ 0 h 642734"/>
                <a:gd name="csX2" fmla="*/ 5319625 w 5319625"/>
                <a:gd name="csY2" fmla="*/ 642734 h 642734"/>
                <a:gd name="csX3" fmla="*/ 0 w 5319625"/>
                <a:gd name="csY3" fmla="*/ 642734 h 642734"/>
                <a:gd name="csX4" fmla="*/ 0 w 5319625"/>
                <a:gd name="csY4" fmla="*/ 0 h 642734"/>
              </a:gdLst>
              <a:ahLst/>
              <a:cxnLst>
                <a:cxn ang="0">
                  <a:pos x="csX0" y="csY0"/>
                </a:cxn>
                <a:cxn ang="0">
                  <a:pos x="csX1" y="csY1"/>
                </a:cxn>
                <a:cxn ang="0">
                  <a:pos x="csX2" y="csY2"/>
                </a:cxn>
                <a:cxn ang="0">
                  <a:pos x="csX3" y="csY3"/>
                </a:cxn>
                <a:cxn ang="0">
                  <a:pos x="csX4" y="csY4"/>
                </a:cxn>
              </a:cxnLst>
              <a:rect l="l" t="t" r="r" b="b"/>
              <a:pathLst>
                <a:path w="5319625" h="642734">
                  <a:moveTo>
                    <a:pt x="0" y="0"/>
                  </a:moveTo>
                  <a:lnTo>
                    <a:pt x="5319625" y="0"/>
                  </a:lnTo>
                  <a:lnTo>
                    <a:pt x="5319625" y="642734"/>
                  </a:lnTo>
                  <a:lnTo>
                    <a:pt x="0" y="642734"/>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168898" tIns="34290" rIns="192024" bIns="34290" numCol="1" spcCol="1270" anchor="t" anchorCtr="0">
              <a:noAutofit/>
            </a:bodyPr>
            <a:lstStyle/>
            <a:p>
              <a:pPr marL="228600" lvl="1" indent="-228600" algn="l" defTabSz="933450" rtl="0">
                <a:lnSpc>
                  <a:spcPct val="93000"/>
                </a:lnSpc>
                <a:spcBef>
                  <a:spcPct val="0"/>
                </a:spcBef>
                <a:spcAft>
                  <a:spcPct val="20000"/>
                </a:spcAft>
                <a:buChar char="•"/>
              </a:pPr>
              <a:r>
                <a:rPr lang="en-GB" sz="2400" b="1" u="none" kern="1200" dirty="0">
                  <a:latin typeface="Arial"/>
                  <a:ea typeface="Calibri"/>
                  <a:cs typeface="Arial"/>
                </a:rPr>
                <a:t>Live Voting</a:t>
              </a:r>
              <a:r>
                <a:rPr lang="en-GB" sz="2400" b="0" u="none" kern="1200" dirty="0">
                  <a:latin typeface="Arial"/>
                  <a:ea typeface="Calibri"/>
                  <a:cs typeface="Arial"/>
                </a:rPr>
                <a:t> by the general Public (Tele-Vote, mainly messaging)</a:t>
              </a:r>
            </a:p>
          </p:txBody>
        </p:sp>
        <p:sp>
          <p:nvSpPr>
            <p:cNvPr id="7" name="Freeform: Shape 6">
              <a:extLst>
                <a:ext uri="{FF2B5EF4-FFF2-40B4-BE49-F238E27FC236}">
                  <a16:creationId xmlns:a16="http://schemas.microsoft.com/office/drawing/2014/main" id="{EB3463B2-EB42-E841-8EE8-B08C276689C9}"/>
                </a:ext>
              </a:extLst>
            </p:cNvPr>
            <p:cNvSpPr/>
            <p:nvPr/>
          </p:nvSpPr>
          <p:spPr>
            <a:xfrm>
              <a:off x="4372430" y="3064265"/>
              <a:ext cx="5319625" cy="698626"/>
            </a:xfrm>
            <a:custGeom>
              <a:avLst/>
              <a:gdLst>
                <a:gd name="csX0" fmla="*/ 0 w 5319625"/>
                <a:gd name="csY0" fmla="*/ 139525 h 837135"/>
                <a:gd name="csX1" fmla="*/ 139525 w 5319625"/>
                <a:gd name="csY1" fmla="*/ 0 h 837135"/>
                <a:gd name="csX2" fmla="*/ 5180100 w 5319625"/>
                <a:gd name="csY2" fmla="*/ 0 h 837135"/>
                <a:gd name="csX3" fmla="*/ 5319625 w 5319625"/>
                <a:gd name="csY3" fmla="*/ 139525 h 837135"/>
                <a:gd name="csX4" fmla="*/ 5319625 w 5319625"/>
                <a:gd name="csY4" fmla="*/ 697610 h 837135"/>
                <a:gd name="csX5" fmla="*/ 5180100 w 5319625"/>
                <a:gd name="csY5" fmla="*/ 837135 h 837135"/>
                <a:gd name="csX6" fmla="*/ 139525 w 5319625"/>
                <a:gd name="csY6" fmla="*/ 837135 h 837135"/>
                <a:gd name="csX7" fmla="*/ 0 w 5319625"/>
                <a:gd name="csY7" fmla="*/ 697610 h 837135"/>
                <a:gd name="csX8" fmla="*/ 0 w 5319625"/>
                <a:gd name="csY8" fmla="*/ 139525 h 8371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19625" h="837135">
                  <a:moveTo>
                    <a:pt x="0" y="139525"/>
                  </a:moveTo>
                  <a:cubicBezTo>
                    <a:pt x="0" y="62467"/>
                    <a:pt x="62467" y="0"/>
                    <a:pt x="139525" y="0"/>
                  </a:cubicBezTo>
                  <a:lnTo>
                    <a:pt x="5180100" y="0"/>
                  </a:lnTo>
                  <a:cubicBezTo>
                    <a:pt x="5257158" y="0"/>
                    <a:pt x="5319625" y="62467"/>
                    <a:pt x="5319625" y="139525"/>
                  </a:cubicBezTo>
                  <a:lnTo>
                    <a:pt x="5319625" y="697610"/>
                  </a:lnTo>
                  <a:cubicBezTo>
                    <a:pt x="5319625" y="774668"/>
                    <a:pt x="5257158" y="837135"/>
                    <a:pt x="5180100" y="837135"/>
                  </a:cubicBezTo>
                  <a:lnTo>
                    <a:pt x="139525" y="837135"/>
                  </a:lnTo>
                  <a:cubicBezTo>
                    <a:pt x="62467" y="837135"/>
                    <a:pt x="0" y="774668"/>
                    <a:pt x="0" y="697610"/>
                  </a:cubicBezTo>
                  <a:lnTo>
                    <a:pt x="0" y="139525"/>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43736" tIns="143736" rIns="143736" bIns="143736" numCol="1" spcCol="1270" anchor="ctr" anchorCtr="0">
              <a:noAutofit/>
            </a:bodyPr>
            <a:lstStyle/>
            <a:p>
              <a:pPr marL="0" lvl="0" indent="0" algn="l" defTabSz="1200150" rtl="0">
                <a:lnSpc>
                  <a:spcPct val="93000"/>
                </a:lnSpc>
                <a:spcBef>
                  <a:spcPct val="0"/>
                </a:spcBef>
                <a:spcAft>
                  <a:spcPct val="35000"/>
                </a:spcAft>
                <a:buNone/>
              </a:pPr>
              <a:r>
                <a:rPr lang="en-GB" sz="3600" b="0" u="none" kern="1200" dirty="0"/>
                <a:t>Jury</a:t>
              </a:r>
              <a:endParaRPr lang="en-US" sz="3600" b="0" u="none" kern="1200" dirty="0"/>
            </a:p>
          </p:txBody>
        </p:sp>
        <p:sp>
          <p:nvSpPr>
            <p:cNvPr id="8" name="Freeform: Shape 7">
              <a:extLst>
                <a:ext uri="{FF2B5EF4-FFF2-40B4-BE49-F238E27FC236}">
                  <a16:creationId xmlns:a16="http://schemas.microsoft.com/office/drawing/2014/main" id="{225A2142-78E2-1BE7-4B36-4EED6A4DD2E3}"/>
                </a:ext>
              </a:extLst>
            </p:cNvPr>
            <p:cNvSpPr/>
            <p:nvPr/>
          </p:nvSpPr>
          <p:spPr>
            <a:xfrm>
              <a:off x="4372430" y="3762892"/>
              <a:ext cx="5319625" cy="447120"/>
            </a:xfrm>
            <a:custGeom>
              <a:avLst/>
              <a:gdLst>
                <a:gd name="csX0" fmla="*/ 0 w 5319625"/>
                <a:gd name="csY0" fmla="*/ 0 h 447120"/>
                <a:gd name="csX1" fmla="*/ 5319625 w 5319625"/>
                <a:gd name="csY1" fmla="*/ 0 h 447120"/>
                <a:gd name="csX2" fmla="*/ 5319625 w 5319625"/>
                <a:gd name="csY2" fmla="*/ 447120 h 447120"/>
                <a:gd name="csX3" fmla="*/ 0 w 5319625"/>
                <a:gd name="csY3" fmla="*/ 447120 h 447120"/>
                <a:gd name="csX4" fmla="*/ 0 w 5319625"/>
                <a:gd name="csY4" fmla="*/ 0 h 447120"/>
              </a:gdLst>
              <a:ahLst/>
              <a:cxnLst>
                <a:cxn ang="0">
                  <a:pos x="csX0" y="csY0"/>
                </a:cxn>
                <a:cxn ang="0">
                  <a:pos x="csX1" y="csY1"/>
                </a:cxn>
                <a:cxn ang="0">
                  <a:pos x="csX2" y="csY2"/>
                </a:cxn>
                <a:cxn ang="0">
                  <a:pos x="csX3" y="csY3"/>
                </a:cxn>
                <a:cxn ang="0">
                  <a:pos x="csX4" y="csY4"/>
                </a:cxn>
              </a:cxnLst>
              <a:rect l="l" t="t" r="r" b="b"/>
              <a:pathLst>
                <a:path w="5319625" h="447120">
                  <a:moveTo>
                    <a:pt x="0" y="0"/>
                  </a:moveTo>
                  <a:lnTo>
                    <a:pt x="5319625" y="0"/>
                  </a:lnTo>
                  <a:lnTo>
                    <a:pt x="5319625" y="447120"/>
                  </a:lnTo>
                  <a:lnTo>
                    <a:pt x="0" y="447120"/>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168898" tIns="34290" rIns="192024" bIns="34290" numCol="1" spcCol="1270" anchor="t" anchorCtr="0">
              <a:noAutofit/>
            </a:bodyPr>
            <a:lstStyle/>
            <a:p>
              <a:pPr marL="228600" lvl="1" indent="-228600" algn="l" defTabSz="933450">
                <a:lnSpc>
                  <a:spcPct val="93000"/>
                </a:lnSpc>
                <a:spcBef>
                  <a:spcPct val="0"/>
                </a:spcBef>
                <a:spcAft>
                  <a:spcPct val="20000"/>
                </a:spcAft>
                <a:buChar char="•"/>
              </a:pPr>
              <a:r>
                <a:rPr lang="en-GB" sz="2400" b="1" u="none" kern="1200" dirty="0"/>
                <a:t>Experts</a:t>
              </a:r>
              <a:r>
                <a:rPr lang="en-GB" sz="2400" b="0" u="none" kern="1200" dirty="0"/>
                <a:t> of the industry</a:t>
              </a:r>
              <a:endParaRPr lang="en-US" sz="2400" b="0" u="none" kern="1200" dirty="0"/>
            </a:p>
          </p:txBody>
        </p:sp>
        <p:sp>
          <p:nvSpPr>
            <p:cNvPr id="9" name="Freeform: Shape 8">
              <a:extLst>
                <a:ext uri="{FF2B5EF4-FFF2-40B4-BE49-F238E27FC236}">
                  <a16:creationId xmlns:a16="http://schemas.microsoft.com/office/drawing/2014/main" id="{611DE2C2-109A-6B10-F47A-C0CFEE06F1C9}"/>
                </a:ext>
              </a:extLst>
            </p:cNvPr>
            <p:cNvSpPr/>
            <p:nvPr/>
          </p:nvSpPr>
          <p:spPr>
            <a:xfrm>
              <a:off x="4372430" y="4210012"/>
              <a:ext cx="5319625" cy="837135"/>
            </a:xfrm>
            <a:custGeom>
              <a:avLst/>
              <a:gdLst>
                <a:gd name="csX0" fmla="*/ 0 w 5319625"/>
                <a:gd name="csY0" fmla="*/ 139525 h 837135"/>
                <a:gd name="csX1" fmla="*/ 139525 w 5319625"/>
                <a:gd name="csY1" fmla="*/ 0 h 837135"/>
                <a:gd name="csX2" fmla="*/ 5180100 w 5319625"/>
                <a:gd name="csY2" fmla="*/ 0 h 837135"/>
                <a:gd name="csX3" fmla="*/ 5319625 w 5319625"/>
                <a:gd name="csY3" fmla="*/ 139525 h 837135"/>
                <a:gd name="csX4" fmla="*/ 5319625 w 5319625"/>
                <a:gd name="csY4" fmla="*/ 697610 h 837135"/>
                <a:gd name="csX5" fmla="*/ 5180100 w 5319625"/>
                <a:gd name="csY5" fmla="*/ 837135 h 837135"/>
                <a:gd name="csX6" fmla="*/ 139525 w 5319625"/>
                <a:gd name="csY6" fmla="*/ 837135 h 837135"/>
                <a:gd name="csX7" fmla="*/ 0 w 5319625"/>
                <a:gd name="csY7" fmla="*/ 697610 h 837135"/>
                <a:gd name="csX8" fmla="*/ 0 w 5319625"/>
                <a:gd name="csY8" fmla="*/ 139525 h 8371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19625" h="837135">
                  <a:moveTo>
                    <a:pt x="0" y="139525"/>
                  </a:moveTo>
                  <a:cubicBezTo>
                    <a:pt x="0" y="62467"/>
                    <a:pt x="62467" y="0"/>
                    <a:pt x="139525" y="0"/>
                  </a:cubicBezTo>
                  <a:lnTo>
                    <a:pt x="5180100" y="0"/>
                  </a:lnTo>
                  <a:cubicBezTo>
                    <a:pt x="5257158" y="0"/>
                    <a:pt x="5319625" y="62467"/>
                    <a:pt x="5319625" y="139525"/>
                  </a:cubicBezTo>
                  <a:lnTo>
                    <a:pt x="5319625" y="697610"/>
                  </a:lnTo>
                  <a:cubicBezTo>
                    <a:pt x="5319625" y="774668"/>
                    <a:pt x="5257158" y="837135"/>
                    <a:pt x="5180100" y="837135"/>
                  </a:cubicBezTo>
                  <a:lnTo>
                    <a:pt x="139525" y="837135"/>
                  </a:lnTo>
                  <a:cubicBezTo>
                    <a:pt x="62467" y="837135"/>
                    <a:pt x="0" y="774668"/>
                    <a:pt x="0" y="697610"/>
                  </a:cubicBezTo>
                  <a:lnTo>
                    <a:pt x="0" y="139525"/>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43736" tIns="143736" rIns="143736" bIns="143736" numCol="1" spcCol="1270" anchor="ctr" anchorCtr="0">
              <a:noAutofit/>
            </a:bodyPr>
            <a:lstStyle/>
            <a:p>
              <a:pPr marL="0" lvl="0" indent="0" algn="l" defTabSz="1200150">
                <a:lnSpc>
                  <a:spcPct val="93000"/>
                </a:lnSpc>
                <a:spcBef>
                  <a:spcPct val="0"/>
                </a:spcBef>
                <a:spcAft>
                  <a:spcPct val="35000"/>
                </a:spcAft>
                <a:buNone/>
              </a:pPr>
              <a:r>
                <a:rPr lang="en-GB" sz="3600" b="0" u="none" kern="1200" dirty="0"/>
                <a:t>Final</a:t>
              </a:r>
            </a:p>
          </p:txBody>
        </p:sp>
        <p:sp>
          <p:nvSpPr>
            <p:cNvPr id="10" name="Freeform: Shape 9">
              <a:extLst>
                <a:ext uri="{FF2B5EF4-FFF2-40B4-BE49-F238E27FC236}">
                  <a16:creationId xmlns:a16="http://schemas.microsoft.com/office/drawing/2014/main" id="{76334C65-DC66-06AE-88A1-66E35E44DAE8}"/>
                </a:ext>
              </a:extLst>
            </p:cNvPr>
            <p:cNvSpPr/>
            <p:nvPr/>
          </p:nvSpPr>
          <p:spPr>
            <a:xfrm>
              <a:off x="4372430" y="5047147"/>
              <a:ext cx="5394140" cy="698625"/>
            </a:xfrm>
            <a:custGeom>
              <a:avLst/>
              <a:gdLst>
                <a:gd name="csX0" fmla="*/ 0 w 5319625"/>
                <a:gd name="csY0" fmla="*/ 0 h 698625"/>
                <a:gd name="csX1" fmla="*/ 5319625 w 5319625"/>
                <a:gd name="csY1" fmla="*/ 0 h 698625"/>
                <a:gd name="csX2" fmla="*/ 5319625 w 5319625"/>
                <a:gd name="csY2" fmla="*/ 698625 h 698625"/>
                <a:gd name="csX3" fmla="*/ 0 w 5319625"/>
                <a:gd name="csY3" fmla="*/ 698625 h 698625"/>
                <a:gd name="csX4" fmla="*/ 0 w 5319625"/>
                <a:gd name="csY4" fmla="*/ 0 h 698625"/>
              </a:gdLst>
              <a:ahLst/>
              <a:cxnLst>
                <a:cxn ang="0">
                  <a:pos x="csX0" y="csY0"/>
                </a:cxn>
                <a:cxn ang="0">
                  <a:pos x="csX1" y="csY1"/>
                </a:cxn>
                <a:cxn ang="0">
                  <a:pos x="csX2" y="csY2"/>
                </a:cxn>
                <a:cxn ang="0">
                  <a:pos x="csX3" y="csY3"/>
                </a:cxn>
                <a:cxn ang="0">
                  <a:pos x="csX4" y="csY4"/>
                </a:cxn>
              </a:cxnLst>
              <a:rect l="l" t="t" r="r" b="b"/>
              <a:pathLst>
                <a:path w="5319625" h="698625">
                  <a:moveTo>
                    <a:pt x="0" y="0"/>
                  </a:moveTo>
                  <a:lnTo>
                    <a:pt x="5319625" y="0"/>
                  </a:lnTo>
                  <a:lnTo>
                    <a:pt x="5319625" y="698625"/>
                  </a:lnTo>
                  <a:lnTo>
                    <a:pt x="0" y="698625"/>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168898" tIns="34290" rIns="192024" bIns="34290" numCol="1" spcCol="1270" anchor="t" anchorCtr="0">
              <a:noAutofit/>
            </a:bodyPr>
            <a:lstStyle/>
            <a:p>
              <a:pPr marL="228600" lvl="1" indent="-228600" algn="l" defTabSz="933450">
                <a:lnSpc>
                  <a:spcPct val="93000"/>
                </a:lnSpc>
                <a:spcBef>
                  <a:spcPct val="0"/>
                </a:spcBef>
                <a:spcAft>
                  <a:spcPct val="20000"/>
                </a:spcAft>
                <a:buChar char="•"/>
              </a:pPr>
              <a:r>
                <a:rPr lang="en-GB" sz="2400" b="0" u="none" kern="1200" dirty="0"/>
                <a:t>The </a:t>
              </a:r>
              <a:r>
                <a:rPr lang="en-GB" sz="2400" b="1" u="none" kern="1200" dirty="0"/>
                <a:t>weighted sum</a:t>
              </a:r>
              <a:r>
                <a:rPr lang="en-GB" sz="2400" b="0" u="none" kern="1200" dirty="0"/>
                <a:t> of Public and Jury</a:t>
              </a:r>
            </a:p>
            <a:p>
              <a:pPr marL="228600" lvl="1" indent="-228600" algn="l" defTabSz="933450" rtl="0">
                <a:lnSpc>
                  <a:spcPct val="90000"/>
                </a:lnSpc>
                <a:spcBef>
                  <a:spcPct val="0"/>
                </a:spcBef>
                <a:spcAft>
                  <a:spcPct val="20000"/>
                </a:spcAft>
                <a:buChar char="•"/>
              </a:pPr>
              <a:endParaRPr lang="en-GB" sz="2100" kern="1200" dirty="0">
                <a:latin typeface="Arial"/>
                <a:ea typeface="Microsoft YaHei"/>
              </a:endParaRPr>
            </a:p>
          </p:txBody>
        </p:sp>
      </p:grpSp>
      <p:sp>
        <p:nvSpPr>
          <p:cNvPr id="4590" name="Footer Placeholder 4589">
            <a:extLst>
              <a:ext uri="{FF2B5EF4-FFF2-40B4-BE49-F238E27FC236}">
                <a16:creationId xmlns:a16="http://schemas.microsoft.com/office/drawing/2014/main" id="{6BDAC9DF-9475-12E3-42E1-2CBEACEB09AA}"/>
              </a:ext>
              <a:ext uri="{C183D7F6-B498-43B3-948B-1728B52AA6E4}">
                <adec:decorative xmlns:adec="http://schemas.microsoft.com/office/drawing/2017/decorative" val="0"/>
              </a:ext>
            </a:extLst>
          </p:cNvPr>
          <p:cNvSpPr>
            <a:spLocks noGrp="1"/>
          </p:cNvSpPr>
          <p:nvPr>
            <p:ph type="ftr" idx="11"/>
          </p:nvPr>
        </p:nvSpPr>
        <p:spPr>
          <a:xfrm>
            <a:off x="151780" y="3580320"/>
            <a:ext cx="2839753" cy="338309"/>
          </a:xfrm>
        </p:spPr>
        <p:txBody>
          <a:bodyPr/>
          <a:lstStyle/>
          <a:p>
            <a:r>
              <a:rPr lang="en-GB" sz="1000">
                <a:solidFill>
                  <a:schemeClr val="tx1"/>
                </a:solidFill>
                <a:latin typeface="Times New Roman"/>
                <a:ea typeface="Microsoft YaHei"/>
                <a:cs typeface="Times New Roman"/>
                <a:hlinkClick r:id="rId4">
                  <a:extLst>
                    <a:ext uri="{A12FA001-AC4F-418D-AE19-62706E023703}">
                      <ahyp:hlinkClr xmlns:ahyp="http://schemas.microsoft.com/office/drawing/2018/hyperlinkcolor" val="tx"/>
                    </a:ext>
                  </a:extLst>
                </a:hlinkClick>
              </a:rPr>
              <a:t>https://en.wikipedia.org/wiki/Voting_at_the_Eurovision_Song_Contest</a:t>
            </a:r>
            <a:endParaRPr lang="en-GB" sz="1000">
              <a:solidFill>
                <a:schemeClr val="tx1"/>
              </a:solidFill>
              <a:latin typeface="Times New Roman"/>
              <a:ea typeface="Microsoft YaHei"/>
              <a:cs typeface="Times New Roman"/>
            </a:endParaRPr>
          </a:p>
        </p:txBody>
      </p:sp>
    </p:spTree>
    <p:extLst>
      <p:ext uri="{BB962C8B-B14F-4D97-AF65-F5344CB8AC3E}">
        <p14:creationId xmlns:p14="http://schemas.microsoft.com/office/powerpoint/2010/main" val="1813611777"/>
      </p:ext>
    </p:extLst>
  </p:cSld>
  <p:clrMapOvr>
    <a:overrideClrMapping bg1="dk1" tx1="lt1" bg2="dk2" tx2="lt2" accent1="accent1" accent2="accent2" accent3="accent3" accent4="accent4" accent5="accent5" accent6="accent6" hlink="hlink" folHlink="folHlink"/>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581D196-3B4F-FD13-360F-CEEE6C319FB3}"/>
              </a:ext>
            </a:extLst>
          </p:cNvPr>
          <p:cNvSpPr>
            <a:spLocks noGrp="1"/>
          </p:cNvSpPr>
          <p:nvPr>
            <p:ph type="title"/>
          </p:nvPr>
        </p:nvSpPr>
        <p:spPr>
          <a:xfrm>
            <a:off x="253373" y="-122649"/>
            <a:ext cx="9069387" cy="533783"/>
          </a:xfrm>
        </p:spPr>
        <p:txBody>
          <a:bodyPr/>
          <a:lstStyle/>
          <a:p>
            <a:r>
              <a:rPr lang="en-GB" sz="2400">
                <a:solidFill>
                  <a:schemeClr val="bg1"/>
                </a:solidFill>
                <a:cs typeface="Arial"/>
              </a:rPr>
              <a:t>Poll vs Public Similarity By Year (2016-2022)</a:t>
            </a:r>
            <a:endParaRPr lang="en-US" sz="2400">
              <a:solidFill>
                <a:schemeClr val="bg1"/>
              </a:solidFill>
              <a:cs typeface="Arial"/>
            </a:endParaRPr>
          </a:p>
        </p:txBody>
      </p:sp>
      <p:sp>
        <p:nvSpPr>
          <p:cNvPr id="4" name="TextBox 3">
            <a:extLst>
              <a:ext uri="{FF2B5EF4-FFF2-40B4-BE49-F238E27FC236}">
                <a16:creationId xmlns:a16="http://schemas.microsoft.com/office/drawing/2014/main" id="{F176D038-E654-5B64-CB07-29F6182E1B47}"/>
              </a:ext>
            </a:extLst>
          </p:cNvPr>
          <p:cNvSpPr txBox="1"/>
          <p:nvPr/>
        </p:nvSpPr>
        <p:spPr>
          <a:xfrm>
            <a:off x="559018" y="264220"/>
            <a:ext cx="8970888" cy="3785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solidFill>
                  <a:schemeClr val="bg1"/>
                </a:solidFill>
                <a:latin typeface="Arial"/>
                <a:ea typeface="Microsoft YaHei"/>
                <a:cs typeface="Arial"/>
              </a:rPr>
              <a:t>Each point shows similarity between Poll prediction and what the Public voted</a:t>
            </a:r>
            <a:endParaRPr lang="en-GB" sz="2000">
              <a:solidFill>
                <a:schemeClr val="bg1"/>
              </a:solidFill>
            </a:endParaRPr>
          </a:p>
        </p:txBody>
      </p:sp>
      <p:pic>
        <p:nvPicPr>
          <p:cNvPr id="6" name="Picture 5">
            <a:extLst>
              <a:ext uri="{FF2B5EF4-FFF2-40B4-BE49-F238E27FC236}">
                <a16:creationId xmlns:a16="http://schemas.microsoft.com/office/drawing/2014/main" id="{FFAD9487-C20A-3A86-6AF1-807B60C0D1D2}"/>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49948" y="583056"/>
            <a:ext cx="8472812" cy="4765957"/>
          </a:xfrm>
          <a:prstGeom prst="rect">
            <a:avLst/>
          </a:prstGeom>
        </p:spPr>
      </p:pic>
      <p:sp>
        <p:nvSpPr>
          <p:cNvPr id="7" name="TextBox 6">
            <a:extLst>
              <a:ext uri="{FF2B5EF4-FFF2-40B4-BE49-F238E27FC236}">
                <a16:creationId xmlns:a16="http://schemas.microsoft.com/office/drawing/2014/main" id="{26E74E17-680A-9396-D782-C13EB5AFC90D}"/>
              </a:ext>
            </a:extLst>
          </p:cNvPr>
          <p:cNvSpPr txBox="1"/>
          <p:nvPr/>
        </p:nvSpPr>
        <p:spPr>
          <a:xfrm>
            <a:off x="2308561" y="2252890"/>
            <a:ext cx="5463501" cy="1022716"/>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300" dirty="0">
                <a:ea typeface="+mn-lt"/>
                <a:cs typeface="+mn-lt"/>
              </a:rPr>
              <a:t>The polls were a moderate predictor of how the public would vote, though this varied year to year. The weakest year was 2018 (ρ ≈ 0.46), where an unusually performance-heavy lineup meant the live spectacle on the night drove televoting decisions more than the songs themselves; something polls were poorly equipped to capture.</a:t>
            </a:r>
            <a:endParaRPr lang="en-US" sz="1300" dirty="0">
              <a:ea typeface="+mn-lt"/>
              <a:cs typeface="+mn-lt"/>
            </a:endParaRPr>
          </a:p>
        </p:txBody>
      </p:sp>
      <p:sp>
        <p:nvSpPr>
          <p:cNvPr id="2" name="Footer Placeholder 1">
            <a:extLst>
              <a:ext uri="{FF2B5EF4-FFF2-40B4-BE49-F238E27FC236}">
                <a16:creationId xmlns:a16="http://schemas.microsoft.com/office/drawing/2014/main" id="{7A3AE206-FDB5-0F8F-0D2C-E1DA59C15F80}"/>
              </a:ext>
            </a:extLst>
          </p:cNvPr>
          <p:cNvSpPr>
            <a:spLocks noGrp="1"/>
          </p:cNvSpPr>
          <p:nvPr>
            <p:ph type="ftr" idx="11"/>
          </p:nvPr>
        </p:nvSpPr>
        <p:spPr>
          <a:xfrm>
            <a:off x="1108175" y="5165725"/>
            <a:ext cx="7363803" cy="496098"/>
          </a:xfrm>
        </p:spPr>
        <p:txBody>
          <a:bodyPr/>
          <a:lstStyle/>
          <a:p>
            <a:endParaRPr lang="en-GB" sz="1100">
              <a:solidFill>
                <a:schemeClr val="bg1"/>
              </a:solidFill>
            </a:endParaRPr>
          </a:p>
          <a:p>
            <a:r>
              <a:rPr lang="en-GB" sz="1000">
                <a:solidFill>
                  <a:schemeClr val="bg1"/>
                </a:solidFill>
                <a:latin typeface="Times New Roman"/>
                <a:ea typeface="Microsoft YaHei"/>
                <a:cs typeface="Segoe UI"/>
              </a:rPr>
              <a:t>Kaggle - </a:t>
            </a:r>
            <a:r>
              <a:rPr lang="en-GB" sz="1000">
                <a:solidFill>
                  <a:schemeClr val="bg1"/>
                </a:solidFill>
                <a:latin typeface="Times New Roman"/>
                <a:ea typeface="Microsoft YaHei"/>
                <a:cs typeface="Times New Roman"/>
                <a:hlinkClick r:id="rId4">
                  <a:extLst>
                    <a:ext uri="{A12FA001-AC4F-418D-AE19-62706E023703}">
                      <ahyp:hlinkClr xmlns:ahyp="http://schemas.microsoft.com/office/drawing/2018/hyperlinkcolor" val="tx"/>
                    </a:ext>
                  </a:extLst>
                </a:hlinkClick>
              </a:rPr>
              <a:t>https://www.kaggle.com/datasets/diamondsnake/eurovision-song-contest-datal</a:t>
            </a:r>
            <a:endParaRPr lang="en-GB" sz="1000">
              <a:solidFill>
                <a:schemeClr val="bg1"/>
              </a:solidFill>
              <a:latin typeface="Times New Roman"/>
              <a:ea typeface="Microsoft YaHei"/>
              <a:cs typeface="Times New Roman"/>
              <a:hlinkClick r:id="" action="ppaction://noaction">
                <a:extLst>
                  <a:ext uri="{A12FA001-AC4F-418D-AE19-62706E023703}">
                    <ahyp:hlinkClr xmlns:ahyp="http://schemas.microsoft.com/office/drawing/2018/hyperlinkcolor" val="tx"/>
                  </a:ext>
                </a:extLst>
              </a:hlinkClick>
            </a:endParaRPr>
          </a:p>
          <a:p>
            <a:r>
              <a:rPr lang="en-GB" sz="1000">
                <a:solidFill>
                  <a:schemeClr val="bg1"/>
                </a:solidFill>
                <a:latin typeface="Times New Roman"/>
                <a:ea typeface="Microsoft YaHei"/>
                <a:cs typeface="Times New Roman"/>
              </a:rPr>
              <a:t>Spearman Similarity - </a:t>
            </a:r>
            <a:r>
              <a:rPr lang="en-GB" sz="1000">
                <a:solidFill>
                  <a:schemeClr val="bg1"/>
                </a:solidFill>
                <a:latin typeface="Times New Roman"/>
                <a:ea typeface="Microsoft YaHei"/>
                <a:cs typeface="Times New Roman"/>
                <a:hlinkClick r:id="rId5">
                  <a:extLst>
                    <a:ext uri="{A12FA001-AC4F-418D-AE19-62706E023703}">
                      <ahyp:hlinkClr xmlns:ahyp="http://schemas.microsoft.com/office/drawing/2018/hyperlinkcolor" val="tx"/>
                    </a:ext>
                  </a:extLst>
                </a:hlinkClick>
              </a:rPr>
              <a:t>https://en.wikipedia.org/wiki/Spearman%27s_rank_correlation_coefficient</a:t>
            </a:r>
            <a:endParaRPr lang="en-GB" sz="1000">
              <a:solidFill>
                <a:schemeClr val="bg1"/>
              </a:solidFill>
              <a:latin typeface="Times New Roman"/>
              <a:cs typeface="Times New Roman"/>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176" name="Rectangle 7175">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394404" y="1235888"/>
            <a:ext cx="9291816" cy="319874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169" name="Group 1">
            <a:extLst>
              <a:ext uri="{FF2B5EF4-FFF2-40B4-BE49-F238E27FC236}">
                <a16:creationId xmlns:a16="http://schemas.microsoft.com/office/drawing/2014/main" id="{2D1A4E75-A280-4107-DBBD-D7D204CD1BBD}"/>
              </a:ext>
            </a:extLst>
          </p:cNvPr>
          <p:cNvGraphicFramePr>
            <a:graphicFrameLocks noGrp="1"/>
          </p:cNvGraphicFramePr>
          <p:nvPr>
            <p:extLst>
              <p:ext uri="{D42A27DB-BD31-4B8C-83A1-F6EECF244321}">
                <p14:modId xmlns:p14="http://schemas.microsoft.com/office/powerpoint/2010/main" val="859918499"/>
              </p:ext>
            </p:extLst>
          </p:nvPr>
        </p:nvGraphicFramePr>
        <p:xfrm>
          <a:off x="532033" y="1539877"/>
          <a:ext cx="9016560" cy="2590799"/>
        </p:xfrm>
        <a:graphic>
          <a:graphicData uri="http://schemas.openxmlformats.org/drawingml/2006/table">
            <a:tbl>
              <a:tblPr firstRow="1" bandRow="1">
                <a:solidFill>
                  <a:schemeClr val="bg1">
                    <a:lumMod val="95000"/>
                  </a:schemeClr>
                </a:solidFill>
              </a:tblPr>
              <a:tblGrid>
                <a:gridCol w="672252">
                  <a:extLst>
                    <a:ext uri="{9D8B030D-6E8A-4147-A177-3AD203B41FA5}">
                      <a16:colId xmlns:a16="http://schemas.microsoft.com/office/drawing/2014/main" val="3109776397"/>
                    </a:ext>
                  </a:extLst>
                </a:gridCol>
                <a:gridCol w="2720227">
                  <a:extLst>
                    <a:ext uri="{9D8B030D-6E8A-4147-A177-3AD203B41FA5}">
                      <a16:colId xmlns:a16="http://schemas.microsoft.com/office/drawing/2014/main" val="3500144515"/>
                    </a:ext>
                  </a:extLst>
                </a:gridCol>
                <a:gridCol w="2850297">
                  <a:extLst>
                    <a:ext uri="{9D8B030D-6E8A-4147-A177-3AD203B41FA5}">
                      <a16:colId xmlns:a16="http://schemas.microsoft.com/office/drawing/2014/main" val="1665777253"/>
                    </a:ext>
                  </a:extLst>
                </a:gridCol>
                <a:gridCol w="2773784">
                  <a:extLst>
                    <a:ext uri="{9D8B030D-6E8A-4147-A177-3AD203B41FA5}">
                      <a16:colId xmlns:a16="http://schemas.microsoft.com/office/drawing/2014/main" val="623449993"/>
                    </a:ext>
                  </a:extLst>
                </a:gridCol>
              </a:tblGrid>
              <a:tr h="724421">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2600" b="0" i="0" u="none" strike="noStrike" cap="none" spc="0" normalizeH="0" baseline="0">
                          <a:ln>
                            <a:noFill/>
                          </a:ln>
                          <a:solidFill>
                            <a:schemeClr val="bg1"/>
                          </a:solidFill>
                          <a:effectLst/>
                          <a:latin typeface="Arial" panose="020B0604020202020204" pitchFamily="34" charset="0"/>
                          <a:ea typeface="Microsoft YaHei" panose="020B0503020204020204" pitchFamily="34" charset="-122"/>
                        </a:rPr>
                        <a:t>#</a:t>
                      </a:r>
                    </a:p>
                  </a:txBody>
                  <a:tcPr marL="144590" marR="144590" marT="146903" marB="75187" anchor="ctr" horzOverflow="overflow">
                    <a:lnL w="12700" cmpd="sng">
                      <a:noFill/>
                    </a:lnL>
                    <a:lnR w="12700" cmpd="sng">
                      <a:noFill/>
                    </a:lnR>
                    <a:lnT w="19050" cap="flat" cmpd="sng" algn="ctr">
                      <a:noFill/>
                      <a:prstDash val="solid"/>
                    </a:lnT>
                    <a:lnB w="38100" cmpd="sng">
                      <a:noFill/>
                    </a:lnB>
                    <a:lnTlToBr>
                      <a:noFill/>
                    </a:lnTlToBr>
                    <a:lnBlToTr>
                      <a:noFill/>
                    </a:lnBlToTr>
                    <a:solidFill>
                      <a:schemeClr val="accent2"/>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2600" b="0" i="0" u="none" strike="noStrike" cap="none" spc="0" normalizeH="0" baseline="0">
                          <a:ln>
                            <a:noFill/>
                          </a:ln>
                          <a:solidFill>
                            <a:schemeClr val="bg1"/>
                          </a:solidFill>
                          <a:effectLst/>
                          <a:latin typeface="Arial" panose="020B0604020202020204" pitchFamily="34" charset="0"/>
                          <a:ea typeface="Microsoft YaHei" panose="020B0503020204020204" pitchFamily="34" charset="-122"/>
                        </a:rPr>
                        <a:t>Data Attributes</a:t>
                      </a:r>
                    </a:p>
                  </a:txBody>
                  <a:tcPr marL="144590" marR="144590" marT="146903" marB="75187" anchor="ctr" horzOverflow="overflow">
                    <a:lnL w="12700" cmpd="sng">
                      <a:noFill/>
                    </a:lnL>
                    <a:lnR w="12700" cmpd="sng">
                      <a:noFill/>
                    </a:lnR>
                    <a:lnT w="19050" cap="flat" cmpd="sng" algn="ctr">
                      <a:noFill/>
                      <a:prstDash val="solid"/>
                    </a:lnT>
                    <a:lnB w="38100" cmpd="sng">
                      <a:noFill/>
                    </a:lnB>
                    <a:lnTlToBr>
                      <a:noFill/>
                    </a:lnTlToBr>
                    <a:lnBlToTr>
                      <a:noFill/>
                    </a:lnBlToTr>
                    <a:solidFill>
                      <a:schemeClr val="accent2"/>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2600" b="0" i="0" u="none" strike="noStrike" cap="none" spc="0" normalizeH="0" baseline="0">
                          <a:ln>
                            <a:noFill/>
                          </a:ln>
                          <a:solidFill>
                            <a:schemeClr val="bg1"/>
                          </a:solidFill>
                          <a:effectLst/>
                          <a:latin typeface="Arial" panose="020B0604020202020204" pitchFamily="34" charset="0"/>
                          <a:ea typeface="Microsoft YaHei" panose="020B0503020204020204" pitchFamily="34" charset="-122"/>
                        </a:rPr>
                        <a:t>Attributes Types</a:t>
                      </a:r>
                    </a:p>
                  </a:txBody>
                  <a:tcPr marL="144590" marR="144590" marT="146903" marB="75187" anchor="ctr" horzOverflow="overflow">
                    <a:lnL w="12700" cmpd="sng">
                      <a:noFill/>
                    </a:lnL>
                    <a:lnR w="12700" cmpd="sng">
                      <a:noFill/>
                    </a:lnR>
                    <a:lnT w="19050" cap="flat" cmpd="sng" algn="ctr">
                      <a:noFill/>
                      <a:prstDash val="solid"/>
                    </a:lnT>
                    <a:lnB w="38100" cmpd="sng">
                      <a:noFill/>
                    </a:lnB>
                    <a:lnTlToBr>
                      <a:noFill/>
                    </a:lnTlToBr>
                    <a:lnBlToTr>
                      <a:noFill/>
                    </a:lnBlToTr>
                    <a:solidFill>
                      <a:schemeClr val="accent2"/>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2600" b="0" i="0" u="none" strike="noStrike" cap="none" spc="0" normalizeH="0" baseline="0">
                          <a:ln>
                            <a:noFill/>
                          </a:ln>
                          <a:solidFill>
                            <a:schemeClr val="bg1"/>
                          </a:solidFill>
                          <a:effectLst/>
                          <a:latin typeface="Arial" panose="020B0604020202020204" pitchFamily="34" charset="0"/>
                          <a:ea typeface="Microsoft YaHei" panose="020B0503020204020204" pitchFamily="34" charset="-122"/>
                        </a:rPr>
                        <a:t>Visual Channel</a:t>
                      </a:r>
                    </a:p>
                  </a:txBody>
                  <a:tcPr marL="144590" marR="144590" marT="146903" marB="75187" anchor="ctr" horzOverflow="overflow">
                    <a:lnL w="12700" cmpd="sng">
                      <a:noFill/>
                    </a:lnL>
                    <a:lnR w="12700" cmpd="sng">
                      <a:noFill/>
                    </a:lnR>
                    <a:lnT w="19050" cap="flat" cmpd="sng" algn="ctr">
                      <a:noFill/>
                      <a:prstDash val="solid"/>
                    </a:lnT>
                    <a:lnB w="38100" cmpd="sng">
                      <a:noFill/>
                    </a:lnB>
                    <a:lnTlToBr>
                      <a:noFill/>
                    </a:lnTlToBr>
                    <a:lnBlToTr>
                      <a:noFill/>
                    </a:lnBlToTr>
                    <a:solidFill>
                      <a:schemeClr val="accent2"/>
                    </a:solidFill>
                  </a:tcPr>
                </a:tc>
                <a:extLst>
                  <a:ext uri="{0D108BD9-81ED-4DB2-BD59-A6C34878D82A}">
                    <a16:rowId xmlns:a16="http://schemas.microsoft.com/office/drawing/2014/main" val="3651741900"/>
                  </a:ext>
                </a:extLst>
              </a:tr>
              <a:tr h="622126">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lang="en-GB" altLang="en-US" sz="1900" b="0" i="0" u="none" strike="noStrike" cap="none" spc="0" normalizeH="0" baseline="0">
                          <a:ln>
                            <a:noFill/>
                          </a:ln>
                          <a:solidFill>
                            <a:schemeClr val="tx1"/>
                          </a:solidFill>
                          <a:effectLst/>
                          <a:latin typeface="Arial"/>
                          <a:ea typeface="Microsoft YaHei"/>
                        </a:rPr>
                        <a:t>1</a:t>
                      </a:r>
                      <a:endPar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endParaRPr>
                    </a:p>
                  </a:txBody>
                  <a:tcPr marL="144590" marR="144590" marT="146903" marB="75187" anchor="ctr" horzOverflow="overflow">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Year</a:t>
                      </a:r>
                    </a:p>
                  </a:txBody>
                  <a:tcPr marL="144590" marR="144590" marT="146903" marB="75187" anchor="ctr" horzOverflow="overflow">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Ordinal</a:t>
                      </a:r>
                    </a:p>
                  </a:txBody>
                  <a:tcPr marL="144590" marR="144590" marT="146903" marB="75187" anchor="ctr" horzOverflow="overflow">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X-axis</a:t>
                      </a:r>
                    </a:p>
                  </a:txBody>
                  <a:tcPr marL="144590" marR="144590" marT="146903" marB="75187" anchor="ctr" horzOverflow="overflow">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4175630894"/>
                  </a:ext>
                </a:extLst>
              </a:tr>
              <a:tr h="622126">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lang="en-GB" altLang="en-US" sz="1900" b="0" i="0" u="none" strike="noStrike" cap="none" spc="0" normalizeH="0" baseline="0">
                          <a:ln>
                            <a:noFill/>
                          </a:ln>
                          <a:solidFill>
                            <a:schemeClr val="tx1"/>
                          </a:solidFill>
                          <a:effectLst/>
                          <a:latin typeface="Arial"/>
                          <a:ea typeface="Microsoft YaHei"/>
                        </a:rPr>
                        <a:t>2</a:t>
                      </a:r>
                      <a:endPar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endParaRP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Similarity</a:t>
                      </a: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Quantitative</a:t>
                      </a: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Y-axis</a:t>
                      </a: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212894465"/>
                  </a:ext>
                </a:extLst>
              </a:tr>
              <a:tr h="622126">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lang="en-GB" altLang="en-US" sz="1900" b="0" i="0" u="none" strike="noStrike" cap="none" spc="0" normalizeH="0" baseline="0">
                          <a:ln>
                            <a:noFill/>
                          </a:ln>
                          <a:solidFill>
                            <a:schemeClr val="tx1"/>
                          </a:solidFill>
                          <a:effectLst/>
                          <a:latin typeface="Arial"/>
                          <a:ea typeface="Microsoft YaHei"/>
                        </a:rPr>
                        <a:t>3</a:t>
                      </a:r>
                      <a:endPar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endParaRP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Lowest agreement</a:t>
                      </a: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Categorical</a:t>
                      </a: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Text annotation</a:t>
                      </a: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613688110"/>
                  </a:ext>
                </a:extLst>
              </a:tr>
            </a:tbl>
          </a:graphicData>
        </a:graphic>
      </p:graphicFrame>
      <p:sp>
        <p:nvSpPr>
          <p:cNvPr id="2" name="Title 1">
            <a:extLst>
              <a:ext uri="{FF2B5EF4-FFF2-40B4-BE49-F238E27FC236}">
                <a16:creationId xmlns:a16="http://schemas.microsoft.com/office/drawing/2014/main" id="{75688AB5-4C4D-D00D-630A-E65D30CDA9D1}"/>
              </a:ext>
            </a:extLst>
          </p:cNvPr>
          <p:cNvSpPr>
            <a:spLocks noGrp="1"/>
          </p:cNvSpPr>
          <p:nvPr>
            <p:ph type="title"/>
          </p:nvPr>
        </p:nvSpPr>
        <p:spPr/>
        <p:txBody>
          <a:bodyPr/>
          <a:lstStyle/>
          <a:p>
            <a:r>
              <a:rPr lang="en-GB">
                <a:solidFill>
                  <a:schemeClr val="bg1"/>
                </a:solidFill>
              </a:rPr>
              <a:t>Graph Information</a:t>
            </a:r>
            <a:endParaRPr lang="en-GB"/>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9" name="Rectangle 8198">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0080625" cy="567055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01" name="Group 8200">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2725312"/>
            <a:ext cx="10080625" cy="2945238"/>
            <a:chOff x="0" y="3296011"/>
            <a:chExt cx="12192000" cy="3561989"/>
          </a:xfrm>
          <a:effectLst>
            <a:outerShdw blurRad="254000" dist="152400" dir="16200000" rotWithShape="0">
              <a:prstClr val="black">
                <a:alpha val="10000"/>
              </a:prstClr>
            </a:outerShdw>
          </a:effectLst>
        </p:grpSpPr>
        <p:grpSp>
          <p:nvGrpSpPr>
            <p:cNvPr id="8202" name="Group 8201">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8206" name="Freeform: Shape 8205">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07" name="Freeform: Shape 8206">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8203" name="Group 8202">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8204" name="Freeform: Shape 8203">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05" name="Freeform: Shape 8204">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3">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8194" name="Text Box 2">
            <a:extLst>
              <a:ext uri="{FF2B5EF4-FFF2-40B4-BE49-F238E27FC236}">
                <a16:creationId xmlns:a16="http://schemas.microsoft.com/office/drawing/2014/main" id="{F15A26D2-D616-1169-81E3-C168CAA393B8}"/>
              </a:ext>
            </a:extLst>
          </p:cNvPr>
          <p:cNvSpPr txBox="1">
            <a:spLocks noGrp="1" noChangeArrowheads="1"/>
          </p:cNvSpPr>
          <p:nvPr>
            <p:ph type="title" idx="4294967295"/>
          </p:nvPr>
        </p:nvSpPr>
        <p:spPr bwMode="auto">
          <a:xfrm>
            <a:off x="693042" y="926633"/>
            <a:ext cx="5805548" cy="1908642"/>
          </a:xfrm>
          <a:prstGeom prst="rect">
            <a:avLst/>
          </a:prstGeom>
          <a:noFill/>
          <a:ln>
            <a:noFill/>
            <a:prstDash/>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9pPr>
          </a:lstStyle>
          <a:p>
            <a:pPr algn="l" defTabSz="914400" hangingPunct="1">
              <a:lnSpc>
                <a:spcPct val="90000"/>
              </a:lnSpc>
              <a:spcBef>
                <a:spcPct val="0"/>
              </a:spcBef>
              <a:defRPr/>
            </a:pPr>
            <a:r>
              <a:rPr lang="en-US" altLang="en-US" sz="4100" dirty="0">
                <a:solidFill>
                  <a:schemeClr val="bg1"/>
                </a:solidFill>
                <a:latin typeface="+mj-lt"/>
                <a:ea typeface="+mj-ea"/>
              </a:rPr>
              <a:t>How did </a:t>
            </a:r>
            <a:r>
              <a:rPr lang="en-US" altLang="en-US" sz="4100" b="1" dirty="0">
                <a:solidFill>
                  <a:schemeClr val="bg1"/>
                </a:solidFill>
                <a:latin typeface="+mj-lt"/>
                <a:ea typeface="+mj-ea"/>
              </a:rPr>
              <a:t>Jury</a:t>
            </a:r>
            <a:r>
              <a:rPr lang="en-US" altLang="en-US" sz="4100" dirty="0">
                <a:solidFill>
                  <a:schemeClr val="bg1"/>
                </a:solidFill>
                <a:latin typeface="+mj-lt"/>
                <a:ea typeface="+mj-ea"/>
              </a:rPr>
              <a:t> </a:t>
            </a:r>
            <a:r>
              <a:rPr lang="en-US" altLang="en-US" sz="4100" b="1" dirty="0">
                <a:solidFill>
                  <a:schemeClr val="bg1"/>
                </a:solidFill>
                <a:latin typeface="+mj-lt"/>
                <a:ea typeface="+mj-ea"/>
              </a:rPr>
              <a:t>influence</a:t>
            </a:r>
            <a:r>
              <a:rPr lang="en-US" altLang="en-US" sz="4100" dirty="0">
                <a:solidFill>
                  <a:schemeClr val="bg1"/>
                </a:solidFill>
                <a:latin typeface="+mj-lt"/>
                <a:ea typeface="+mj-ea"/>
              </a:rPr>
              <a:t> the </a:t>
            </a:r>
            <a:r>
              <a:rPr lang="en-US" altLang="en-US" sz="4100" b="1" dirty="0">
                <a:solidFill>
                  <a:schemeClr val="bg1"/>
                </a:solidFill>
                <a:latin typeface="+mj-lt"/>
                <a:ea typeface="+mj-ea"/>
              </a:rPr>
              <a:t> Final</a:t>
            </a:r>
            <a:r>
              <a:rPr lang="en-US" altLang="en-US" sz="4100" dirty="0">
                <a:solidFill>
                  <a:schemeClr val="bg1"/>
                </a:solidFill>
                <a:latin typeface="+mj-lt"/>
                <a:ea typeface="+mj-ea"/>
              </a:rPr>
              <a:t> outcomes in the </a:t>
            </a:r>
            <a:r>
              <a:rPr lang="en-US" altLang="en-US" sz="4100" b="1" dirty="0">
                <a:solidFill>
                  <a:schemeClr val="bg1"/>
                </a:solidFill>
                <a:latin typeface="+mj-lt"/>
                <a:ea typeface="+mj-ea"/>
              </a:rPr>
              <a:t>worst</a:t>
            </a:r>
            <a:r>
              <a:rPr lang="en-US" altLang="en-US" sz="4100" dirty="0">
                <a:solidFill>
                  <a:schemeClr val="bg1"/>
                </a:solidFill>
                <a:latin typeface="+mj-lt"/>
                <a:ea typeface="+mj-ea"/>
              </a:rPr>
              <a:t> year?</a:t>
            </a:r>
            <a:endParaRPr lang="en-US" sz="4100" dirty="0">
              <a:solidFill>
                <a:schemeClr val="bg1"/>
              </a:solidFill>
              <a:latin typeface="+mj-lt"/>
              <a:ea typeface="+mj-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E794F7D-AE02-A8E3-6340-312C7B9CF2F3}"/>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95854" y="581660"/>
            <a:ext cx="8688919" cy="4887517"/>
          </a:xfrm>
          <a:prstGeom prst="rect">
            <a:avLst/>
          </a:prstGeom>
        </p:spPr>
      </p:pic>
      <p:sp>
        <p:nvSpPr>
          <p:cNvPr id="2" name="Footer Placeholder 1">
            <a:extLst>
              <a:ext uri="{FF2B5EF4-FFF2-40B4-BE49-F238E27FC236}">
                <a16:creationId xmlns:a16="http://schemas.microsoft.com/office/drawing/2014/main" id="{69AA5837-C890-B9E3-A481-7F5F2D4916CC}"/>
              </a:ext>
            </a:extLst>
          </p:cNvPr>
          <p:cNvSpPr>
            <a:spLocks noGrp="1"/>
          </p:cNvSpPr>
          <p:nvPr>
            <p:ph type="ftr" idx="11"/>
          </p:nvPr>
        </p:nvSpPr>
        <p:spPr>
          <a:xfrm>
            <a:off x="1761450" y="5469175"/>
            <a:ext cx="6560210" cy="388938"/>
          </a:xfrm>
        </p:spPr>
        <p:txBody>
          <a:bodyPr/>
          <a:lstStyle/>
          <a:p>
            <a:r>
              <a:rPr lang="en-GB" sz="1000">
                <a:solidFill>
                  <a:schemeClr val="bg1"/>
                </a:solidFill>
                <a:latin typeface="Times New Roman"/>
                <a:ea typeface="Microsoft YaHei"/>
                <a:cs typeface="Segoe UI"/>
              </a:rPr>
              <a:t>Eschome 2018 finals - </a:t>
            </a:r>
            <a:r>
              <a:rPr lang="en-GB" sz="1000">
                <a:solidFill>
                  <a:schemeClr val="bg1"/>
                </a:solidFill>
                <a:latin typeface="Times New Roman"/>
                <a:ea typeface="Microsoft YaHei"/>
                <a:cs typeface="Times New Roman"/>
                <a:hlinkClick r:id="rId4">
                  <a:extLst>
                    <a:ext uri="{A12FA001-AC4F-418D-AE19-62706E023703}">
                      <ahyp:hlinkClr xmlns:ahyp="http://schemas.microsoft.com/office/drawing/2018/hyperlinkcolor" val="tx"/>
                    </a:ext>
                  </a:extLst>
                </a:hlinkClick>
              </a:rPr>
              <a:t>https://eschome.net/index.html</a:t>
            </a:r>
            <a:endParaRPr lang="en-US" sz="1000">
              <a:solidFill>
                <a:schemeClr val="bg1"/>
              </a:solidFill>
              <a:hlinkClick r:id="" action="ppaction://noaction">
                <a:extLst>
                  <a:ext uri="{A12FA001-AC4F-418D-AE19-62706E023703}">
                    <ahyp:hlinkClr xmlns:ahyp="http://schemas.microsoft.com/office/drawing/2018/hyperlinkcolor" val="tx"/>
                  </a:ext>
                </a:extLst>
              </a:hlinkClick>
            </a:endParaRPr>
          </a:p>
          <a:p>
            <a:endParaRPr lang="en-GB">
              <a:solidFill>
                <a:schemeClr val="bg1"/>
              </a:solidFill>
              <a:latin typeface="Times New Roman"/>
              <a:ea typeface="Microsoft YaHei"/>
              <a:cs typeface="Times New Roman"/>
            </a:endParaRPr>
          </a:p>
          <a:p>
            <a:r>
              <a:rPr lang="en-GB">
                <a:solidFill>
                  <a:schemeClr val="bg1"/>
                </a:solidFill>
                <a:latin typeface="Times New Roman"/>
                <a:ea typeface="Microsoft YaHei"/>
                <a:cs typeface="Segoe UI"/>
              </a:rPr>
              <a:t>contest-data</a:t>
            </a:r>
            <a:endParaRPr lang="en-US">
              <a:solidFill>
                <a:schemeClr val="bg1"/>
              </a:solidFill>
            </a:endParaRPr>
          </a:p>
        </p:txBody>
      </p:sp>
      <p:sp>
        <p:nvSpPr>
          <p:cNvPr id="4" name="Title 3">
            <a:extLst>
              <a:ext uri="{FF2B5EF4-FFF2-40B4-BE49-F238E27FC236}">
                <a16:creationId xmlns:a16="http://schemas.microsoft.com/office/drawing/2014/main" id="{C18FC20D-8F3F-6211-6C13-97A86732EC2F}"/>
              </a:ext>
            </a:extLst>
          </p:cNvPr>
          <p:cNvSpPr txBox="1">
            <a:spLocks noGrp="1"/>
          </p:cNvSpPr>
          <p:nvPr>
            <p:ph type="title" idx="4294967295"/>
          </p:nvPr>
        </p:nvSpPr>
        <p:spPr>
          <a:xfrm>
            <a:off x="999447" y="-64690"/>
            <a:ext cx="7326208" cy="4358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GB" sz="2400">
                <a:solidFill>
                  <a:schemeClr val="bg1"/>
                </a:solidFill>
                <a:latin typeface="Arial"/>
                <a:ea typeface="Microsoft YaHei"/>
                <a:cs typeface="Arial"/>
              </a:rPr>
              <a:t>How Ranking Shifted in 2018</a:t>
            </a:r>
          </a:p>
        </p:txBody>
      </p:sp>
      <p:sp>
        <p:nvSpPr>
          <p:cNvPr id="5" name="TextBox 4">
            <a:extLst>
              <a:ext uri="{FF2B5EF4-FFF2-40B4-BE49-F238E27FC236}">
                <a16:creationId xmlns:a16="http://schemas.microsoft.com/office/drawing/2014/main" id="{29FD7D97-248C-2D99-ECE9-CE891B79B188}"/>
              </a:ext>
            </a:extLst>
          </p:cNvPr>
          <p:cNvSpPr txBox="1"/>
          <p:nvPr/>
        </p:nvSpPr>
        <p:spPr>
          <a:xfrm>
            <a:off x="1703826" y="294509"/>
            <a:ext cx="6678202" cy="3785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solidFill>
                  <a:schemeClr val="bg1"/>
                </a:solidFill>
                <a:latin typeface="Arial"/>
                <a:ea typeface="Microsoft YaHei"/>
                <a:cs typeface="Arial"/>
              </a:rPr>
              <a:t>Line Colour Shows Effect Magnitude and Direction</a:t>
            </a:r>
            <a:endParaRPr lang="en-GB" sz="2000">
              <a:solidFill>
                <a:schemeClr val="bg1"/>
              </a:solidFill>
              <a:latin typeface="Arial"/>
              <a:ea typeface="Microsoft YaHei"/>
            </a:endParaRPr>
          </a:p>
        </p:txBody>
      </p:sp>
      <p:sp>
        <p:nvSpPr>
          <p:cNvPr id="6" name="TextBox 5">
            <a:extLst>
              <a:ext uri="{FF2B5EF4-FFF2-40B4-BE49-F238E27FC236}">
                <a16:creationId xmlns:a16="http://schemas.microsoft.com/office/drawing/2014/main" id="{7FBC6CA8-61AB-8604-83EE-5B3CBE6A57A8}"/>
              </a:ext>
            </a:extLst>
          </p:cNvPr>
          <p:cNvSpPr txBox="1"/>
          <p:nvPr/>
        </p:nvSpPr>
        <p:spPr>
          <a:xfrm>
            <a:off x="695853" y="669240"/>
            <a:ext cx="1659774" cy="2497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a:latin typeface="Arial"/>
                <a:ea typeface="Microsoft YaHei"/>
                <a:cs typeface="Arial"/>
              </a:rPr>
              <a:t>Jury Effect on Voting</a:t>
            </a:r>
            <a:endParaRPr lang="en-GB" sz="1100" b="1"/>
          </a:p>
        </p:txBody>
      </p:sp>
      <p:sp>
        <p:nvSpPr>
          <p:cNvPr id="7" name="TextBox 6">
            <a:extLst>
              <a:ext uri="{FF2B5EF4-FFF2-40B4-BE49-F238E27FC236}">
                <a16:creationId xmlns:a16="http://schemas.microsoft.com/office/drawing/2014/main" id="{96F8E9F2-FF54-42C2-9498-24360C441FC3}"/>
              </a:ext>
            </a:extLst>
          </p:cNvPr>
          <p:cNvSpPr txBox="1"/>
          <p:nvPr/>
        </p:nvSpPr>
        <p:spPr>
          <a:xfrm>
            <a:off x="6336751" y="1785001"/>
            <a:ext cx="2543625" cy="1953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300">
                <a:latin typeface="Arial"/>
                <a:ea typeface="Microsoft YaHei"/>
                <a:cs typeface="Arial"/>
              </a:rPr>
              <a:t>In 2018, the jury rewarded vocal polish, lifting Sweden and Austria despite public indifference, while penalising Ukraine's theatrical spectacle that crowds had embraced. Where production, craft and showmanship diverged, the jury and public went in completely opposite directions.</a:t>
            </a:r>
            <a:endParaRPr lang="en-US" sz="1300">
              <a:latin typeface="Arial"/>
              <a:ea typeface="Microsoft YaHei"/>
              <a:cs typeface="Arial"/>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64" name="Table 63">
            <a:extLst>
              <a:ext uri="{FF2B5EF4-FFF2-40B4-BE49-F238E27FC236}">
                <a16:creationId xmlns:a16="http://schemas.microsoft.com/office/drawing/2014/main" id="{373F0B5D-B102-2D92-B067-C0FB8AF12D94}"/>
              </a:ext>
            </a:extLst>
          </p:cNvPr>
          <p:cNvGraphicFramePr>
            <a:graphicFrameLocks noGrp="1"/>
          </p:cNvGraphicFramePr>
          <p:nvPr>
            <p:extLst>
              <p:ext uri="{D42A27DB-BD31-4B8C-83A1-F6EECF244321}">
                <p14:modId xmlns:p14="http://schemas.microsoft.com/office/powerpoint/2010/main" val="2933615657"/>
              </p:ext>
            </p:extLst>
          </p:nvPr>
        </p:nvGraphicFramePr>
        <p:xfrm>
          <a:off x="529653" y="982787"/>
          <a:ext cx="9016556" cy="4462338"/>
        </p:xfrm>
        <a:graphic>
          <a:graphicData uri="http://schemas.openxmlformats.org/drawingml/2006/table">
            <a:tbl>
              <a:tblPr bandRow="1">
                <a:tableStyleId>{5C22544A-7EE6-4342-B048-85BDC9FD1C3A}</a:tableStyleId>
              </a:tblPr>
              <a:tblGrid>
                <a:gridCol w="672246">
                  <a:extLst>
                    <a:ext uri="{9D8B030D-6E8A-4147-A177-3AD203B41FA5}">
                      <a16:colId xmlns:a16="http://schemas.microsoft.com/office/drawing/2014/main" val="857603737"/>
                    </a:ext>
                  </a:extLst>
                </a:gridCol>
                <a:gridCol w="2720226">
                  <a:extLst>
                    <a:ext uri="{9D8B030D-6E8A-4147-A177-3AD203B41FA5}">
                      <a16:colId xmlns:a16="http://schemas.microsoft.com/office/drawing/2014/main" val="662055195"/>
                    </a:ext>
                  </a:extLst>
                </a:gridCol>
                <a:gridCol w="2850299">
                  <a:extLst>
                    <a:ext uri="{9D8B030D-6E8A-4147-A177-3AD203B41FA5}">
                      <a16:colId xmlns:a16="http://schemas.microsoft.com/office/drawing/2014/main" val="1504248210"/>
                    </a:ext>
                  </a:extLst>
                </a:gridCol>
                <a:gridCol w="2773785">
                  <a:extLst>
                    <a:ext uri="{9D8B030D-6E8A-4147-A177-3AD203B41FA5}">
                      <a16:colId xmlns:a16="http://schemas.microsoft.com/office/drawing/2014/main" val="1289961404"/>
                    </a:ext>
                  </a:extLst>
                </a:gridCol>
              </a:tblGrid>
              <a:tr h="642595">
                <a:tc>
                  <a:txBody>
                    <a:bodyPr/>
                    <a:lstStyle/>
                    <a:p>
                      <a:pPr algn="ctr" rtl="0" fontAlgn="base">
                        <a:lnSpc>
                          <a:spcPts val="3075"/>
                        </a:lnSpc>
                        <a:buNone/>
                      </a:pPr>
                      <a:r>
                        <a:rPr lang="en-GB" sz="2600">
                          <a:solidFill>
                            <a:srgbClr val="FFFFFF"/>
                          </a:solidFill>
                          <a:effectLst/>
                          <a:latin typeface="Arial" panose="020B0604020202020204" pitchFamily="34" charset="0"/>
                        </a:rPr>
                        <a:t>#</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CC"/>
                    </a:solidFill>
                  </a:tcPr>
                </a:tc>
                <a:tc>
                  <a:txBody>
                    <a:bodyPr/>
                    <a:lstStyle/>
                    <a:p>
                      <a:pPr algn="ctr" rtl="0" fontAlgn="base">
                        <a:lnSpc>
                          <a:spcPts val="3075"/>
                        </a:lnSpc>
                        <a:buNone/>
                      </a:pPr>
                      <a:r>
                        <a:rPr lang="en-GB" sz="2600">
                          <a:solidFill>
                            <a:srgbClr val="FFFFFF"/>
                          </a:solidFill>
                          <a:effectLst/>
                          <a:latin typeface="Arial" panose="020B0604020202020204" pitchFamily="34" charset="0"/>
                        </a:rPr>
                        <a:t>Data Attributes</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CC"/>
                    </a:solidFill>
                  </a:tcPr>
                </a:tc>
                <a:tc>
                  <a:txBody>
                    <a:bodyPr/>
                    <a:lstStyle/>
                    <a:p>
                      <a:pPr algn="ctr" rtl="0" fontAlgn="base">
                        <a:lnSpc>
                          <a:spcPts val="3075"/>
                        </a:lnSpc>
                        <a:buNone/>
                      </a:pPr>
                      <a:r>
                        <a:rPr lang="en-GB" sz="2600">
                          <a:solidFill>
                            <a:srgbClr val="FFFFFF"/>
                          </a:solidFill>
                          <a:effectLst/>
                          <a:latin typeface="Arial" panose="020B0604020202020204" pitchFamily="34" charset="0"/>
                        </a:rPr>
                        <a:t>Attributes Types</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CC"/>
                    </a:solidFill>
                  </a:tcPr>
                </a:tc>
                <a:tc>
                  <a:txBody>
                    <a:bodyPr/>
                    <a:lstStyle/>
                    <a:p>
                      <a:pPr algn="ctr" rtl="0" fontAlgn="base">
                        <a:lnSpc>
                          <a:spcPts val="3075"/>
                        </a:lnSpc>
                        <a:buNone/>
                      </a:pPr>
                      <a:r>
                        <a:rPr lang="en-GB" sz="2600">
                          <a:solidFill>
                            <a:srgbClr val="FFFFFF"/>
                          </a:solidFill>
                          <a:effectLst/>
                          <a:latin typeface="Arial" panose="020B0604020202020204" pitchFamily="34" charset="0"/>
                        </a:rPr>
                        <a:t>Visual Channel</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CC"/>
                    </a:solidFill>
                  </a:tcPr>
                </a:tc>
                <a:extLst>
                  <a:ext uri="{0D108BD9-81ED-4DB2-BD59-A6C34878D82A}">
                    <a16:rowId xmlns:a16="http://schemas.microsoft.com/office/drawing/2014/main" val="1812657337"/>
                  </a:ext>
                </a:extLst>
              </a:tr>
              <a:tr h="803250">
                <a:tc>
                  <a:txBody>
                    <a:bodyPr/>
                    <a:lstStyle/>
                    <a:p>
                      <a:pPr algn="ctr" rtl="0" fontAlgn="base">
                        <a:lnSpc>
                          <a:spcPts val="2250"/>
                        </a:lnSpc>
                        <a:buNone/>
                      </a:pPr>
                      <a:r>
                        <a:rPr lang="en-GB" sz="1900">
                          <a:effectLst/>
                          <a:latin typeface="Arial" panose="020B0604020202020204" pitchFamily="34" charset="0"/>
                        </a:rPr>
                        <a:t>1</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a:rPr>
                        <a:t>Stage</a:t>
                      </a: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a:effectLst/>
                          <a:latin typeface="Arial"/>
                        </a:rPr>
                        <a:t>Ordinal</a:t>
                      </a:r>
                      <a:endParaRPr lang="en-US"/>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a:effectLst/>
                          <a:latin typeface="Arial"/>
                        </a:rPr>
                        <a:t>X-</a:t>
                      </a:r>
                      <a:r>
                        <a:rPr lang="en-GB" sz="1900" err="1">
                          <a:effectLst/>
                          <a:latin typeface="Arial"/>
                        </a:rPr>
                        <a:t>axi</a:t>
                      </a:r>
                      <a:r>
                        <a:rPr lang="en-GB" sz="1900">
                          <a:effectLst/>
                          <a:latin typeface="Arial"/>
                        </a:rPr>
                        <a:t>s</a:t>
                      </a:r>
                      <a:endParaRPr lang="en-US"/>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702605440"/>
                  </a:ext>
                </a:extLst>
              </a:tr>
              <a:tr h="553345">
                <a:tc>
                  <a:txBody>
                    <a:bodyPr/>
                    <a:lstStyle/>
                    <a:p>
                      <a:pPr algn="ctr" rtl="0" fontAlgn="base">
                        <a:lnSpc>
                          <a:spcPts val="2250"/>
                        </a:lnSpc>
                        <a:buNone/>
                      </a:pPr>
                      <a:r>
                        <a:rPr lang="en-GB" sz="1900">
                          <a:effectLst/>
                          <a:latin typeface="Arial" panose="020B0604020202020204" pitchFamily="34" charset="0"/>
                        </a:rPr>
                        <a:t>2</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a:effectLst/>
                          <a:latin typeface="Arial"/>
                        </a:rPr>
                        <a:t>Rank</a:t>
                      </a:r>
                      <a:endParaRPr lang="en-US"/>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a:effectLst/>
                          <a:latin typeface="Arial"/>
                        </a:rPr>
                        <a:t>Ordinal</a:t>
                      </a:r>
                      <a:endParaRPr lang="en-US"/>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a:effectLst/>
                          <a:latin typeface="Arial"/>
                        </a:rPr>
                        <a:t>Y-axis (reversed)</a:t>
                      </a:r>
                      <a:endParaRPr lang="en-US"/>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2157157673"/>
                  </a:ext>
                </a:extLst>
              </a:tr>
              <a:tr h="553345">
                <a:tc>
                  <a:txBody>
                    <a:bodyPr/>
                    <a:lstStyle/>
                    <a:p>
                      <a:pPr algn="ctr" rtl="0" fontAlgn="base">
                        <a:lnSpc>
                          <a:spcPts val="2250"/>
                        </a:lnSpc>
                        <a:buNone/>
                      </a:pPr>
                      <a:r>
                        <a:rPr lang="en-GB" sz="1900">
                          <a:effectLst/>
                          <a:latin typeface="Arial" panose="020B0604020202020204" pitchFamily="34" charset="0"/>
                        </a:rPr>
                        <a:t>3</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a:rPr>
                        <a:t>Effect Magnitude</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b="0" i="0" u="none" strike="noStrike" noProof="0">
                          <a:solidFill>
                            <a:srgbClr val="000000"/>
                          </a:solidFill>
                          <a:effectLst/>
                          <a:latin typeface="Arial"/>
                          <a:cs typeface="Arial"/>
                        </a:rPr>
                        <a:t>Quantitative</a:t>
                      </a:r>
                      <a:endParaRPr lang="en-US"/>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a:rPr>
                        <a:t>Line Width</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2589802977"/>
                  </a:ext>
                </a:extLst>
              </a:tr>
              <a:tr h="553345">
                <a:tc>
                  <a:txBody>
                    <a:bodyPr/>
                    <a:lstStyle/>
                    <a:p>
                      <a:pPr algn="ctr" rtl="0" fontAlgn="base">
                        <a:lnSpc>
                          <a:spcPts val="2250"/>
                        </a:lnSpc>
                        <a:buNone/>
                      </a:pPr>
                      <a:r>
                        <a:rPr lang="en-GB" sz="1900">
                          <a:effectLst/>
                          <a:latin typeface="Arial" panose="020B0604020202020204" pitchFamily="34" charset="0"/>
                        </a:rPr>
                        <a:t>4</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b="0" i="0" u="none" strike="noStrike" noProof="0">
                          <a:solidFill>
                            <a:srgbClr val="000000"/>
                          </a:solidFill>
                          <a:effectLst/>
                          <a:latin typeface="Arial"/>
                          <a:cs typeface="Arial"/>
                        </a:rPr>
                        <a:t>Effect Direction</a:t>
                      </a:r>
                      <a:endParaRPr lang="en-US"/>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panose="020B0604020202020204" pitchFamily="34" charset="0"/>
                        </a:rPr>
                        <a:t>Quantitative</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a:rPr>
                        <a:t>Line Colour Gradient</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4222643760"/>
                  </a:ext>
                </a:extLst>
              </a:tr>
              <a:tr h="553345">
                <a:tc>
                  <a:txBody>
                    <a:bodyPr/>
                    <a:lstStyle/>
                    <a:p>
                      <a:pPr algn="ctr" rtl="0" fontAlgn="base">
                        <a:lnSpc>
                          <a:spcPts val="2250"/>
                        </a:lnSpc>
                        <a:buNone/>
                      </a:pPr>
                      <a:r>
                        <a:rPr lang="en-GB" sz="1900">
                          <a:effectLst/>
                          <a:latin typeface="Arial" panose="020B0604020202020204" pitchFamily="34" charset="0"/>
                        </a:rPr>
                        <a:t>5</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a:rPr>
                        <a:t>Category</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panose="020B0604020202020204" pitchFamily="34" charset="0"/>
                        </a:rPr>
                        <a:t>Categorical</a:t>
                      </a:r>
                      <a:endParaRPr lang="en-GB">
                        <a:effectLst/>
                      </a:endParaRPr>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a:effectLst/>
                          <a:latin typeface="Arial"/>
                        </a:rPr>
                        <a:t>Line alpha (opacity)</a:t>
                      </a:r>
                      <a:endParaRPr lang="en-US"/>
                    </a:p>
                  </a:txBody>
                  <a:tcPr marL="154305" marR="154305"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431164601"/>
                  </a:ext>
                </a:extLst>
              </a:tr>
              <a:tr h="553345">
                <a:tc>
                  <a:txBody>
                    <a:bodyPr/>
                    <a:lstStyle/>
                    <a:p>
                      <a:pPr lvl="0" algn="ctr">
                        <a:lnSpc>
                          <a:spcPts val="2250"/>
                        </a:lnSpc>
                        <a:buNone/>
                      </a:pPr>
                      <a:r>
                        <a:rPr lang="en-GB" sz="1900">
                          <a:effectLst/>
                          <a:latin typeface="Arial"/>
                        </a:rPr>
                        <a:t>6</a:t>
                      </a:r>
                    </a:p>
                  </a:txBody>
                  <a:tcPr marL="154305" marR="154305" marT="156771" marB="80239" anchor="ctr">
                    <a:lnL w="12700">
                      <a:solidFill>
                        <a:srgbClr val="000000"/>
                      </a:solidFill>
                    </a:lnL>
                    <a:lnR w="12700">
                      <a:solidFill>
                        <a:srgbClr val="000000"/>
                      </a:solidFill>
                    </a:lnR>
                    <a:lnT w="10163" cap="flat" cmpd="sng" algn="ctr">
                      <a:solidFill>
                        <a:srgbClr val="808080"/>
                      </a:solidFill>
                      <a:prstDash val="solid"/>
                      <a:round/>
                      <a:headEnd type="none" w="med" len="med"/>
                      <a:tailEnd type="none" w="med" len="med"/>
                    </a:lnT>
                    <a:lnB w="10162">
                      <a:solidFill>
                        <a:srgbClr val="808080"/>
                      </a:solidFill>
                    </a:lnB>
                    <a:solidFill>
                      <a:srgbClr val="F2F2F2"/>
                    </a:solidFill>
                  </a:tcPr>
                </a:tc>
                <a:tc>
                  <a:txBody>
                    <a:bodyPr/>
                    <a:lstStyle/>
                    <a:p>
                      <a:pPr lvl="0" algn="ctr">
                        <a:lnSpc>
                          <a:spcPts val="2250"/>
                        </a:lnSpc>
                        <a:buNone/>
                      </a:pPr>
                      <a:r>
                        <a:rPr lang="en-GB" sz="1900">
                          <a:effectLst/>
                          <a:latin typeface="Arial"/>
                        </a:rPr>
                        <a:t>Country</a:t>
                      </a:r>
                    </a:p>
                  </a:txBody>
                  <a:tcPr marL="154305" marR="154305" marT="156771" marB="80239" anchor="ctr">
                    <a:lnL w="12700">
                      <a:solidFill>
                        <a:srgbClr val="000000"/>
                      </a:solidFill>
                    </a:lnL>
                    <a:lnR w="12700">
                      <a:solidFill>
                        <a:srgbClr val="000000"/>
                      </a:solidFill>
                    </a:lnR>
                    <a:lnT w="10163" cap="flat" cmpd="sng" algn="ctr">
                      <a:solidFill>
                        <a:srgbClr val="808080"/>
                      </a:solidFill>
                      <a:prstDash val="solid"/>
                      <a:round/>
                      <a:headEnd type="none" w="med" len="med"/>
                      <a:tailEnd type="none" w="med" len="med"/>
                    </a:lnT>
                    <a:lnB w="10162">
                      <a:solidFill>
                        <a:srgbClr val="808080"/>
                      </a:solidFill>
                    </a:lnB>
                    <a:solidFill>
                      <a:srgbClr val="F2F2F2"/>
                    </a:solidFill>
                  </a:tcPr>
                </a:tc>
                <a:tc>
                  <a:txBody>
                    <a:bodyPr/>
                    <a:lstStyle/>
                    <a:p>
                      <a:pPr lvl="0" algn="ctr">
                        <a:lnSpc>
                          <a:spcPct val="100000"/>
                        </a:lnSpc>
                        <a:spcBef>
                          <a:spcPts val="0"/>
                        </a:spcBef>
                        <a:spcAft>
                          <a:spcPts val="0"/>
                        </a:spcAft>
                        <a:buNone/>
                      </a:pPr>
                      <a:r>
                        <a:rPr lang="en-GB" sz="1900" b="0" i="0" u="none" strike="noStrike" noProof="0">
                          <a:solidFill>
                            <a:srgbClr val="000000"/>
                          </a:solidFill>
                          <a:effectLst/>
                          <a:latin typeface="Arial"/>
                          <a:cs typeface="Arial"/>
                        </a:rPr>
                        <a:t>Categorical</a:t>
                      </a:r>
                    </a:p>
                  </a:txBody>
                  <a:tcPr marL="154305" marR="154305" marT="156771" marB="80239" anchor="ctr">
                    <a:lnL w="12700">
                      <a:solidFill>
                        <a:srgbClr val="000000"/>
                      </a:solidFill>
                    </a:lnL>
                    <a:lnR w="12700">
                      <a:solidFill>
                        <a:srgbClr val="000000"/>
                      </a:solidFill>
                    </a:lnR>
                    <a:lnT w="10163" cap="flat" cmpd="sng" algn="ctr">
                      <a:solidFill>
                        <a:srgbClr val="808080"/>
                      </a:solidFill>
                      <a:prstDash val="solid"/>
                      <a:round/>
                      <a:headEnd type="none" w="med" len="med"/>
                      <a:tailEnd type="none" w="med" len="med"/>
                    </a:lnT>
                    <a:lnB w="10162">
                      <a:solidFill>
                        <a:srgbClr val="808080"/>
                      </a:solidFill>
                    </a:lnB>
                    <a:solidFill>
                      <a:srgbClr val="F2F2F2"/>
                    </a:solidFill>
                  </a:tcPr>
                </a:tc>
                <a:tc>
                  <a:txBody>
                    <a:bodyPr/>
                    <a:lstStyle/>
                    <a:p>
                      <a:pPr lvl="0" algn="ctr">
                        <a:lnSpc>
                          <a:spcPts val="2250"/>
                        </a:lnSpc>
                        <a:buNone/>
                      </a:pPr>
                      <a:r>
                        <a:rPr lang="en-GB" sz="1900">
                          <a:effectLst/>
                          <a:latin typeface="Arial"/>
                        </a:rPr>
                        <a:t>Line Grouping &amp; Labels</a:t>
                      </a:r>
                    </a:p>
                  </a:txBody>
                  <a:tcPr marL="154305" marR="154305" marT="156771" marB="80239" anchor="ctr">
                    <a:lnL w="12700">
                      <a:solidFill>
                        <a:srgbClr val="000000"/>
                      </a:solidFill>
                    </a:lnL>
                    <a:lnR w="12700">
                      <a:solidFill>
                        <a:srgbClr val="000000"/>
                      </a:solidFill>
                    </a:lnR>
                    <a:lnT w="10163" cap="flat" cmpd="sng" algn="ctr">
                      <a:solidFill>
                        <a:srgbClr val="808080"/>
                      </a:solidFill>
                      <a:prstDash val="solid"/>
                      <a:round/>
                      <a:headEnd type="none" w="med" len="med"/>
                      <a:tailEnd type="none" w="med" len="med"/>
                    </a:lnT>
                    <a:lnB w="10162">
                      <a:solidFill>
                        <a:srgbClr val="808080"/>
                      </a:solidFill>
                    </a:lnB>
                    <a:solidFill>
                      <a:srgbClr val="F2F2F2"/>
                    </a:solidFill>
                  </a:tcPr>
                </a:tc>
                <a:extLst>
                  <a:ext uri="{0D108BD9-81ED-4DB2-BD59-A6C34878D82A}">
                    <a16:rowId xmlns:a16="http://schemas.microsoft.com/office/drawing/2014/main" val="3765742694"/>
                  </a:ext>
                </a:extLst>
              </a:tr>
            </a:tbl>
          </a:graphicData>
        </a:graphic>
      </p:graphicFrame>
      <p:sp>
        <p:nvSpPr>
          <p:cNvPr id="2" name="Title 1">
            <a:extLst>
              <a:ext uri="{FF2B5EF4-FFF2-40B4-BE49-F238E27FC236}">
                <a16:creationId xmlns:a16="http://schemas.microsoft.com/office/drawing/2014/main" id="{A367A6E4-D7ED-6D1E-A18E-9532662075B9}"/>
              </a:ext>
            </a:extLst>
          </p:cNvPr>
          <p:cNvSpPr>
            <a:spLocks noGrp="1"/>
          </p:cNvSpPr>
          <p:nvPr>
            <p:ph type="title"/>
          </p:nvPr>
        </p:nvSpPr>
        <p:spPr>
          <a:xfrm>
            <a:off x="503239" y="38226"/>
            <a:ext cx="9069387" cy="944563"/>
          </a:xfrm>
        </p:spPr>
        <p:txBody>
          <a:bodyPr/>
          <a:lstStyle/>
          <a:p>
            <a:r>
              <a:rPr lang="en-US">
                <a:solidFill>
                  <a:schemeClr val="bg1"/>
                </a:solidFill>
              </a:rPr>
              <a:t>Graph</a:t>
            </a:r>
            <a:r>
              <a:rPr lang="en-US" baseline="0">
                <a:solidFill>
                  <a:schemeClr val="bg1"/>
                </a:solidFill>
              </a:rPr>
              <a:t> Information</a:t>
            </a:r>
            <a:endParaRPr lang="en-GB">
              <a:solidFill>
                <a:schemeClr val="bg1"/>
              </a:solidFill>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265" name="Rectangle 1">
            <a:extLst>
              <a:ext uri="{FF2B5EF4-FFF2-40B4-BE49-F238E27FC236}">
                <a16:creationId xmlns:a16="http://schemas.microsoft.com/office/drawing/2014/main" id="{3689FDD4-CEF3-FDEC-B076-3A1B7F5A42BE}"/>
              </a:ext>
            </a:extLst>
          </p:cNvPr>
          <p:cNvSpPr>
            <a:spLocks noGrp="1" noChangeArrowheads="1"/>
          </p:cNvSpPr>
          <p:nvPr>
            <p:ph type="title"/>
          </p:nvPr>
        </p:nvSpPr>
        <p:spPr>
          <a:xfrm>
            <a:off x="539752" y="-46037"/>
            <a:ext cx="9070975" cy="946151"/>
          </a:xfrm>
          <a:ln/>
        </p:spPr>
        <p:txBody>
          <a:bodyPr vert="horz" wrap="square" lIns="0" tIns="39116" rIns="0" bIns="0" numCol="1" anchor="ctr" anchorCtr="0" compatLnSpc="1">
            <a:prstTxWarp prst="textNoShape">
              <a:avLst/>
            </a:prstTxWarp>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GB" altLang="en-US" err="1">
                <a:solidFill>
                  <a:srgbClr val="FAFAFA"/>
                </a:solidFill>
              </a:rPr>
              <a:t>WorkFlow</a:t>
            </a:r>
            <a:endParaRPr lang="en-GB" altLang="en-US">
              <a:solidFill>
                <a:srgbClr val="FAFAFA"/>
              </a:solidFill>
            </a:endParaRPr>
          </a:p>
        </p:txBody>
      </p:sp>
      <p:sp>
        <p:nvSpPr>
          <p:cNvPr id="11266" name="AutoShape 2">
            <a:extLst>
              <a:ext uri="{FF2B5EF4-FFF2-40B4-BE49-F238E27FC236}">
                <a16:creationId xmlns:a16="http://schemas.microsoft.com/office/drawing/2014/main" id="{FD3EE1AB-7006-EA1A-B1FF-F6F20E5EC883}"/>
              </a:ext>
              <a:ext uri="{C183D7F6-B498-43B3-948B-1728B52AA6E4}">
                <adec:decorative xmlns:adec="http://schemas.microsoft.com/office/drawing/2017/decorative" val="1"/>
              </a:ext>
            </a:extLst>
          </p:cNvPr>
          <p:cNvSpPr>
            <a:spLocks noChangeArrowheads="1"/>
          </p:cNvSpPr>
          <p:nvPr/>
        </p:nvSpPr>
        <p:spPr bwMode="auto">
          <a:xfrm>
            <a:off x="9063184" y="2376483"/>
            <a:ext cx="547494" cy="1258100"/>
          </a:xfrm>
          <a:prstGeom prst="flowChartProcess">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a:p>
        </p:txBody>
      </p:sp>
      <p:sp>
        <p:nvSpPr>
          <p:cNvPr id="11267" name="AutoShape 3">
            <a:extLst>
              <a:ext uri="{FF2B5EF4-FFF2-40B4-BE49-F238E27FC236}">
                <a16:creationId xmlns:a16="http://schemas.microsoft.com/office/drawing/2014/main" id="{4C425E10-A7EE-E8F2-C0AC-01DA28E7A5FC}"/>
              </a:ext>
              <a:ext uri="{C183D7F6-B498-43B3-948B-1728B52AA6E4}">
                <adec:decorative xmlns:adec="http://schemas.microsoft.com/office/drawing/2017/decorative" val="1"/>
              </a:ext>
            </a:extLst>
          </p:cNvPr>
          <p:cNvSpPr>
            <a:spLocks noChangeArrowheads="1"/>
          </p:cNvSpPr>
          <p:nvPr/>
        </p:nvSpPr>
        <p:spPr bwMode="auto">
          <a:xfrm>
            <a:off x="179390" y="2277467"/>
            <a:ext cx="1747837" cy="1502373"/>
          </a:xfrm>
          <a:prstGeom prst="flowChartPunchedTape">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a:p>
        </p:txBody>
      </p:sp>
      <p:sp>
        <p:nvSpPr>
          <p:cNvPr id="11268" name="AutoShape 4">
            <a:extLst>
              <a:ext uri="{FF2B5EF4-FFF2-40B4-BE49-F238E27FC236}">
                <a16:creationId xmlns:a16="http://schemas.microsoft.com/office/drawing/2014/main" id="{B365BD40-0518-1866-1EB0-7B1EE1772895}"/>
              </a:ext>
              <a:ext uri="{C183D7F6-B498-43B3-948B-1728B52AA6E4}">
                <adec:decorative xmlns:adec="http://schemas.microsoft.com/office/drawing/2017/decorative" val="1"/>
              </a:ext>
            </a:extLst>
          </p:cNvPr>
          <p:cNvSpPr>
            <a:spLocks noChangeArrowheads="1"/>
          </p:cNvSpPr>
          <p:nvPr/>
        </p:nvSpPr>
        <p:spPr bwMode="auto">
          <a:xfrm>
            <a:off x="1927225" y="2421133"/>
            <a:ext cx="592138" cy="1213450"/>
          </a:xfrm>
          <a:prstGeom prst="flowChartProcess">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a:p>
        </p:txBody>
      </p:sp>
      <p:sp>
        <p:nvSpPr>
          <p:cNvPr id="11269" name="AutoShape 5">
            <a:extLst>
              <a:ext uri="{FF2B5EF4-FFF2-40B4-BE49-F238E27FC236}">
                <a16:creationId xmlns:a16="http://schemas.microsoft.com/office/drawing/2014/main" id="{87735FE1-C100-2CB9-56E9-82A9463AC7C6}"/>
              </a:ext>
              <a:ext uri="{C183D7F6-B498-43B3-948B-1728B52AA6E4}">
                <adec:decorative xmlns:adec="http://schemas.microsoft.com/office/drawing/2017/decorative" val="1"/>
              </a:ext>
            </a:extLst>
          </p:cNvPr>
          <p:cNvSpPr>
            <a:spLocks noChangeArrowheads="1"/>
          </p:cNvSpPr>
          <p:nvPr/>
        </p:nvSpPr>
        <p:spPr bwMode="auto">
          <a:xfrm>
            <a:off x="2519365" y="2277467"/>
            <a:ext cx="1801409" cy="1502373"/>
          </a:xfrm>
          <a:prstGeom prst="flowChartPunchedTape">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a:p>
        </p:txBody>
      </p:sp>
      <p:sp>
        <p:nvSpPr>
          <p:cNvPr id="11270" name="AutoShape 6">
            <a:extLst>
              <a:ext uri="{FF2B5EF4-FFF2-40B4-BE49-F238E27FC236}">
                <a16:creationId xmlns:a16="http://schemas.microsoft.com/office/drawing/2014/main" id="{9FB6321C-4519-5532-1CCD-BDA0E93397A7}"/>
              </a:ext>
              <a:ext uri="{C183D7F6-B498-43B3-948B-1728B52AA6E4}">
                <adec:decorative xmlns:adec="http://schemas.microsoft.com/office/drawing/2017/decorative" val="1"/>
              </a:ext>
            </a:extLst>
          </p:cNvPr>
          <p:cNvSpPr>
            <a:spLocks noChangeArrowheads="1"/>
          </p:cNvSpPr>
          <p:nvPr/>
        </p:nvSpPr>
        <p:spPr bwMode="auto">
          <a:xfrm>
            <a:off x="4320772" y="2421133"/>
            <a:ext cx="538566" cy="1213450"/>
          </a:xfrm>
          <a:prstGeom prst="flowChartProcess">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a:p>
        </p:txBody>
      </p:sp>
      <p:sp>
        <p:nvSpPr>
          <p:cNvPr id="11271" name="AutoShape 7">
            <a:extLst>
              <a:ext uri="{FF2B5EF4-FFF2-40B4-BE49-F238E27FC236}">
                <a16:creationId xmlns:a16="http://schemas.microsoft.com/office/drawing/2014/main" id="{4B12B1E3-C343-F4F7-0385-CDCCCA5F0932}"/>
              </a:ext>
              <a:ext uri="{C183D7F6-B498-43B3-948B-1728B52AA6E4}">
                <adec:decorative xmlns:adec="http://schemas.microsoft.com/office/drawing/2017/decorative" val="1"/>
              </a:ext>
            </a:extLst>
          </p:cNvPr>
          <p:cNvSpPr>
            <a:spLocks noChangeArrowheads="1"/>
          </p:cNvSpPr>
          <p:nvPr/>
        </p:nvSpPr>
        <p:spPr bwMode="auto">
          <a:xfrm>
            <a:off x="4859340" y="2277467"/>
            <a:ext cx="1801409" cy="1502373"/>
          </a:xfrm>
          <a:prstGeom prst="flowChartPunchedTape">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a:p>
        </p:txBody>
      </p:sp>
      <p:sp>
        <p:nvSpPr>
          <p:cNvPr id="11272" name="AutoShape 8">
            <a:extLst>
              <a:ext uri="{FF2B5EF4-FFF2-40B4-BE49-F238E27FC236}">
                <a16:creationId xmlns:a16="http://schemas.microsoft.com/office/drawing/2014/main" id="{B553F12E-EDF1-F49F-319C-201EFC44252B}"/>
              </a:ext>
              <a:ext uri="{C183D7F6-B498-43B3-948B-1728B52AA6E4}">
                <adec:decorative xmlns:adec="http://schemas.microsoft.com/office/drawing/2017/decorative" val="1"/>
              </a:ext>
            </a:extLst>
          </p:cNvPr>
          <p:cNvSpPr>
            <a:spLocks noChangeArrowheads="1"/>
          </p:cNvSpPr>
          <p:nvPr/>
        </p:nvSpPr>
        <p:spPr bwMode="auto">
          <a:xfrm>
            <a:off x="6660747" y="2412203"/>
            <a:ext cx="538566" cy="1222380"/>
          </a:xfrm>
          <a:prstGeom prst="flowChartProcess">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a:p>
        </p:txBody>
      </p:sp>
      <p:sp>
        <p:nvSpPr>
          <p:cNvPr id="11273" name="AutoShape 9">
            <a:extLst>
              <a:ext uri="{FF2B5EF4-FFF2-40B4-BE49-F238E27FC236}">
                <a16:creationId xmlns:a16="http://schemas.microsoft.com/office/drawing/2014/main" id="{A946E468-2BA9-1D90-BB09-19563E1AAF15}"/>
              </a:ext>
              <a:ext uri="{C183D7F6-B498-43B3-948B-1728B52AA6E4}">
                <adec:decorative xmlns:adec="http://schemas.microsoft.com/office/drawing/2017/decorative" val="1"/>
              </a:ext>
            </a:extLst>
          </p:cNvPr>
          <p:cNvSpPr>
            <a:spLocks noChangeArrowheads="1"/>
          </p:cNvSpPr>
          <p:nvPr/>
        </p:nvSpPr>
        <p:spPr bwMode="auto">
          <a:xfrm>
            <a:off x="7199315" y="2277467"/>
            <a:ext cx="1863911" cy="1502373"/>
          </a:xfrm>
          <a:prstGeom prst="flowChartPunchedTape">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a:p>
        </p:txBody>
      </p:sp>
      <p:sp>
        <p:nvSpPr>
          <p:cNvPr id="11274" name="Text Box 10">
            <a:extLst>
              <a:ext uri="{FF2B5EF4-FFF2-40B4-BE49-F238E27FC236}">
                <a16:creationId xmlns:a16="http://schemas.microsoft.com/office/drawing/2014/main" id="{3CA61101-B433-8687-B1E4-08E69190D6B1}"/>
              </a:ext>
            </a:extLst>
          </p:cNvPr>
          <p:cNvSpPr txBox="1">
            <a:spLocks noChangeArrowheads="1"/>
          </p:cNvSpPr>
          <p:nvPr/>
        </p:nvSpPr>
        <p:spPr bwMode="auto">
          <a:xfrm>
            <a:off x="179390" y="2700340"/>
            <a:ext cx="1747837"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t"/>
          <a:lstStyle>
            <a:lvl1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9pPr>
          </a:lstStyle>
          <a:p>
            <a:r>
              <a:rPr lang="en-GB" altLang="en-US">
                <a:solidFill>
                  <a:schemeClr val="bg1"/>
                </a:solidFill>
                <a:latin typeface="Arial"/>
                <a:ea typeface="Microsoft YaHei"/>
                <a:cs typeface="Arial"/>
              </a:rPr>
              <a:t>Topic Inspiration</a:t>
            </a:r>
          </a:p>
        </p:txBody>
      </p:sp>
      <p:sp>
        <p:nvSpPr>
          <p:cNvPr id="11278" name="Rectangle 14">
            <a:extLst>
              <a:ext uri="{FF2B5EF4-FFF2-40B4-BE49-F238E27FC236}">
                <a16:creationId xmlns:a16="http://schemas.microsoft.com/office/drawing/2014/main" id="{5199D0A8-772F-FE61-2188-564D3C20A2E6}"/>
              </a:ext>
            </a:extLst>
          </p:cNvPr>
          <p:cNvSpPr>
            <a:spLocks noChangeArrowheads="1"/>
          </p:cNvSpPr>
          <p:nvPr/>
        </p:nvSpPr>
        <p:spPr bwMode="auto">
          <a:xfrm>
            <a:off x="2519365" y="1079502"/>
            <a:ext cx="1260475" cy="900113"/>
          </a:xfrm>
          <a:prstGeom prst="rect">
            <a:avLst/>
          </a:prstGeom>
          <a:solidFill>
            <a:srgbClr val="AD1457"/>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ctr"/>
          <a:lstStyle>
            <a:lvl1pPr>
              <a:tabLst>
                <a:tab pos="449263" algn="l"/>
                <a:tab pos="898525"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Arial" panose="020B0604020202020204" pitchFamily="34" charset="0"/>
                <a:ea typeface="Microsoft YaHei" panose="020B0503020204020204" pitchFamily="34" charset="-122"/>
              </a:defRPr>
            </a:lvl9pPr>
          </a:lstStyle>
          <a:p>
            <a:pPr algn="ctr"/>
            <a:r>
              <a:rPr lang="en-GB" altLang="en-US">
                <a:solidFill>
                  <a:schemeClr val="bg1"/>
                </a:solidFill>
                <a:latin typeface="Arial"/>
                <a:ea typeface="Microsoft YaHei"/>
                <a:cs typeface="Arial"/>
                <a:hlinkClick r:id="rId3">
                  <a:extLst>
                    <a:ext uri="{A12FA001-AC4F-418D-AE19-62706E023703}">
                      <ahyp:hlinkClr xmlns:ahyp="http://schemas.microsoft.com/office/drawing/2018/hyperlinkcolor" val="tx"/>
                    </a:ext>
                  </a:extLst>
                </a:hlinkClick>
              </a:rPr>
              <a:t>Kaggle</a:t>
            </a:r>
            <a:endParaRPr lang="en-GB" altLang="en-US">
              <a:solidFill>
                <a:schemeClr val="bg1"/>
              </a:solidFill>
              <a:cs typeface="Arial"/>
              <a:hlinkClick r:id="rId3">
                <a:extLst>
                  <a:ext uri="{A12FA001-AC4F-418D-AE19-62706E023703}">
                    <ahyp:hlinkClr xmlns:ahyp="http://schemas.microsoft.com/office/drawing/2018/hyperlinkcolor" val="tx"/>
                  </a:ext>
                </a:extLst>
              </a:hlinkClick>
            </a:endParaRPr>
          </a:p>
          <a:p>
            <a:pPr algn="ctr"/>
            <a:r>
              <a:rPr lang="en-GB" altLang="en-US">
                <a:solidFill>
                  <a:schemeClr val="bg1"/>
                </a:solidFill>
                <a:latin typeface="Arial"/>
                <a:ea typeface="Microsoft YaHei"/>
                <a:cs typeface="Arial"/>
                <a:hlinkClick r:id="rId4">
                  <a:extLst>
                    <a:ext uri="{A12FA001-AC4F-418D-AE19-62706E023703}">
                      <ahyp:hlinkClr xmlns:ahyp="http://schemas.microsoft.com/office/drawing/2018/hyperlinkcolor" val="tx"/>
                    </a:ext>
                  </a:extLst>
                </a:hlinkClick>
              </a:rPr>
              <a:t>Eschome</a:t>
            </a:r>
            <a:endParaRPr lang="en-GB" altLang="en-US">
              <a:solidFill>
                <a:schemeClr val="bg1"/>
              </a:solidFill>
              <a:cs typeface="Arial"/>
              <a:hlinkClick r:id="rId4">
                <a:extLst>
                  <a:ext uri="{A12FA001-AC4F-418D-AE19-62706E023703}">
                    <ahyp:hlinkClr xmlns:ahyp="http://schemas.microsoft.com/office/drawing/2018/hyperlinkcolor" val="tx"/>
                  </a:ext>
                </a:extLst>
              </a:hlinkClick>
            </a:endParaRPr>
          </a:p>
        </p:txBody>
      </p:sp>
      <p:sp>
        <p:nvSpPr>
          <p:cNvPr id="11275" name="Text Box 11">
            <a:extLst>
              <a:ext uri="{FF2B5EF4-FFF2-40B4-BE49-F238E27FC236}">
                <a16:creationId xmlns:a16="http://schemas.microsoft.com/office/drawing/2014/main" id="{F1538495-52DD-09AB-7CB6-2E9BFF5DE431}"/>
              </a:ext>
            </a:extLst>
          </p:cNvPr>
          <p:cNvSpPr txBox="1">
            <a:spLocks noChangeArrowheads="1"/>
          </p:cNvSpPr>
          <p:nvPr/>
        </p:nvSpPr>
        <p:spPr bwMode="auto">
          <a:xfrm>
            <a:off x="2519365" y="2562225"/>
            <a:ext cx="1747837"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t"/>
          <a:lstStyle>
            <a:lvl1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9pPr>
          </a:lstStyle>
          <a:p>
            <a:r>
              <a:rPr lang="en-GB" altLang="en-US">
                <a:solidFill>
                  <a:schemeClr val="bg1"/>
                </a:solidFill>
                <a:latin typeface="Arial"/>
                <a:ea typeface="Microsoft YaHei"/>
                <a:cs typeface="Arial"/>
              </a:rPr>
              <a:t>Information Retrieval and Data Cleaning</a:t>
            </a:r>
          </a:p>
        </p:txBody>
      </p:sp>
      <p:sp>
        <p:nvSpPr>
          <p:cNvPr id="11280" name="Rectangle 16">
            <a:extLst>
              <a:ext uri="{FF2B5EF4-FFF2-40B4-BE49-F238E27FC236}">
                <a16:creationId xmlns:a16="http://schemas.microsoft.com/office/drawing/2014/main" id="{A9F8E2C7-AF3A-AFF5-E259-6AC8511F3D49}"/>
              </a:ext>
            </a:extLst>
          </p:cNvPr>
          <p:cNvSpPr>
            <a:spLocks noChangeArrowheads="1"/>
          </p:cNvSpPr>
          <p:nvPr/>
        </p:nvSpPr>
        <p:spPr bwMode="auto">
          <a:xfrm>
            <a:off x="2700338" y="4319590"/>
            <a:ext cx="1619250" cy="720725"/>
          </a:xfrm>
          <a:prstGeom prst="rect">
            <a:avLst/>
          </a:prstGeom>
          <a:solidFill>
            <a:srgbClr val="AD1457"/>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ctr"/>
          <a:lstStyle>
            <a:lvl1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9pPr>
          </a:lstStyle>
          <a:p>
            <a:pPr algn="ctr"/>
            <a:r>
              <a:rPr lang="en-GB" altLang="en-US">
                <a:solidFill>
                  <a:srgbClr val="FAFAFA"/>
                </a:solidFill>
              </a:rPr>
              <a:t>Python</a:t>
            </a:r>
          </a:p>
        </p:txBody>
      </p:sp>
      <p:sp>
        <p:nvSpPr>
          <p:cNvPr id="11276" name="Text Box 12">
            <a:extLst>
              <a:ext uri="{FF2B5EF4-FFF2-40B4-BE49-F238E27FC236}">
                <a16:creationId xmlns:a16="http://schemas.microsoft.com/office/drawing/2014/main" id="{16D6FE98-88D4-F8F1-5331-0C025932F805}"/>
              </a:ext>
            </a:extLst>
          </p:cNvPr>
          <p:cNvSpPr txBox="1">
            <a:spLocks noChangeArrowheads="1"/>
          </p:cNvSpPr>
          <p:nvPr/>
        </p:nvSpPr>
        <p:spPr bwMode="auto">
          <a:xfrm>
            <a:off x="4859340" y="2562225"/>
            <a:ext cx="1747837"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t"/>
          <a:lstStyle>
            <a:lvl1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9pPr>
          </a:lstStyle>
          <a:p>
            <a:r>
              <a:rPr lang="en-GB" altLang="en-US">
                <a:solidFill>
                  <a:schemeClr val="bg1"/>
                </a:solidFill>
                <a:latin typeface="Arial"/>
                <a:ea typeface="Microsoft YaHei"/>
                <a:cs typeface="Arial"/>
              </a:rPr>
              <a:t>Initial Plot and General Idea Realization</a:t>
            </a:r>
          </a:p>
        </p:txBody>
      </p:sp>
      <p:sp>
        <p:nvSpPr>
          <p:cNvPr id="11279" name="Rectangle 15">
            <a:extLst>
              <a:ext uri="{FF2B5EF4-FFF2-40B4-BE49-F238E27FC236}">
                <a16:creationId xmlns:a16="http://schemas.microsoft.com/office/drawing/2014/main" id="{53CC5FA5-9B54-FF25-1656-87921645FC6C}"/>
              </a:ext>
            </a:extLst>
          </p:cNvPr>
          <p:cNvSpPr>
            <a:spLocks noChangeArrowheads="1"/>
          </p:cNvSpPr>
          <p:nvPr/>
        </p:nvSpPr>
        <p:spPr bwMode="auto">
          <a:xfrm>
            <a:off x="5072817" y="1078713"/>
            <a:ext cx="1533174" cy="883040"/>
          </a:xfrm>
          <a:prstGeom prst="rect">
            <a:avLst/>
          </a:prstGeom>
          <a:solidFill>
            <a:srgbClr val="AD1457"/>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ctr"/>
          <a:lstStyle>
            <a:lvl1pPr>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9pPr>
          </a:lstStyle>
          <a:p>
            <a:pPr algn="ctr"/>
            <a:r>
              <a:rPr lang="en-GB" altLang="en-US">
                <a:solidFill>
                  <a:srgbClr val="FAFAFA"/>
                </a:solidFill>
              </a:rPr>
              <a:t>Tableau</a:t>
            </a:r>
          </a:p>
          <a:p>
            <a:pPr algn="ctr"/>
            <a:r>
              <a:rPr lang="en-GB" altLang="en-US">
                <a:solidFill>
                  <a:srgbClr val="FAFAFA"/>
                </a:solidFill>
              </a:rPr>
              <a:t>R</a:t>
            </a:r>
          </a:p>
        </p:txBody>
      </p:sp>
      <p:sp>
        <p:nvSpPr>
          <p:cNvPr id="11277" name="Text Box 13">
            <a:extLst>
              <a:ext uri="{FF2B5EF4-FFF2-40B4-BE49-F238E27FC236}">
                <a16:creationId xmlns:a16="http://schemas.microsoft.com/office/drawing/2014/main" id="{7153B5F2-85C1-AF46-C381-C9C654EAD56A}"/>
              </a:ext>
            </a:extLst>
          </p:cNvPr>
          <p:cNvSpPr txBox="1">
            <a:spLocks noChangeArrowheads="1"/>
          </p:cNvSpPr>
          <p:nvPr/>
        </p:nvSpPr>
        <p:spPr bwMode="auto">
          <a:xfrm>
            <a:off x="7199315" y="2564015"/>
            <a:ext cx="1935341" cy="106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t"/>
          <a:lstStyle>
            <a:lvl1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9pPr>
          </a:lstStyle>
          <a:p>
            <a:r>
              <a:rPr lang="en-GB" altLang="en-US">
                <a:solidFill>
                  <a:schemeClr val="bg1"/>
                </a:solidFill>
                <a:latin typeface="Arial"/>
                <a:ea typeface="Microsoft YaHei"/>
                <a:cs typeface="Arial"/>
              </a:rPr>
              <a:t>Final Graphs and Presentation Preparation</a:t>
            </a:r>
          </a:p>
        </p:txBody>
      </p:sp>
      <p:sp>
        <p:nvSpPr>
          <p:cNvPr id="11281" name="Rectangle 17">
            <a:extLst>
              <a:ext uri="{FF2B5EF4-FFF2-40B4-BE49-F238E27FC236}">
                <a16:creationId xmlns:a16="http://schemas.microsoft.com/office/drawing/2014/main" id="{5FAA61DA-1A17-1B6C-FC08-B8D651F53935}"/>
              </a:ext>
            </a:extLst>
          </p:cNvPr>
          <p:cNvSpPr>
            <a:spLocks noChangeArrowheads="1"/>
          </p:cNvSpPr>
          <p:nvPr/>
        </p:nvSpPr>
        <p:spPr bwMode="auto">
          <a:xfrm>
            <a:off x="7380288" y="4438055"/>
            <a:ext cx="1628178" cy="783235"/>
          </a:xfrm>
          <a:prstGeom prst="rect">
            <a:avLst/>
          </a:prstGeom>
          <a:solidFill>
            <a:srgbClr val="AD1457"/>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ctr"/>
          <a:lstStyle>
            <a:lvl1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9pPr>
          </a:lstStyle>
          <a:p>
            <a:pPr algn="ctr"/>
            <a:r>
              <a:rPr lang="en-GB" altLang="en-US">
                <a:solidFill>
                  <a:srgbClr val="FAFAFA"/>
                </a:solidFill>
                <a:latin typeface="Arial"/>
                <a:ea typeface="Microsoft YaHei"/>
                <a:cs typeface="Arial"/>
              </a:rPr>
              <a:t>Microsoft PowerPoint</a:t>
            </a:r>
            <a:endParaRPr lang="en-GB" altLang="en-US" err="1">
              <a:solidFill>
                <a:srgbClr val="FAFAFA"/>
              </a:solidFill>
            </a:endParaRPr>
          </a:p>
        </p:txBody>
      </p:sp>
      <p:cxnSp>
        <p:nvCxnSpPr>
          <p:cNvPr id="11282" name="AutoShape 18">
            <a:extLst>
              <a:ext uri="{FF2B5EF4-FFF2-40B4-BE49-F238E27FC236}">
                <a16:creationId xmlns:a16="http://schemas.microsoft.com/office/drawing/2014/main" id="{2514FCDD-1C31-5979-F937-D90C3F1AA8AF}"/>
              </a:ext>
              <a:ext uri="{C183D7F6-B498-43B3-948B-1728B52AA6E4}">
                <adec:decorative xmlns:adec="http://schemas.microsoft.com/office/drawing/2017/decorative" val="1"/>
              </a:ext>
            </a:extLst>
          </p:cNvPr>
          <p:cNvCxnSpPr>
            <a:cxnSpLocks noChangeShapeType="1"/>
            <a:stCxn id="11268" idx="0"/>
            <a:endCxn id="11278" idx="1"/>
          </p:cNvCxnSpPr>
          <p:nvPr/>
        </p:nvCxnSpPr>
        <p:spPr bwMode="auto">
          <a:xfrm rot="5400000" flipH="1" flipV="1">
            <a:off x="1925540" y="1827313"/>
            <a:ext cx="891576" cy="296069"/>
          </a:xfrm>
          <a:prstGeom prst="bentConnector2">
            <a:avLst/>
          </a:prstGeom>
          <a:noFill/>
          <a:ln w="38160" cap="flat">
            <a:solidFill>
              <a:srgbClr val="AD14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283" name="AutoShape 19">
            <a:extLst>
              <a:ext uri="{FF2B5EF4-FFF2-40B4-BE49-F238E27FC236}">
                <a16:creationId xmlns:a16="http://schemas.microsoft.com/office/drawing/2014/main" id="{BC148AD4-3057-D1F3-9134-C54117808553}"/>
              </a:ext>
              <a:ext uri="{C183D7F6-B498-43B3-948B-1728B52AA6E4}">
                <adec:decorative xmlns:adec="http://schemas.microsoft.com/office/drawing/2017/decorative" val="1"/>
              </a:ext>
            </a:extLst>
          </p:cNvPr>
          <p:cNvCxnSpPr>
            <a:cxnSpLocks noChangeShapeType="1"/>
            <a:stCxn id="11270" idx="2"/>
            <a:endCxn id="11280" idx="3"/>
          </p:cNvCxnSpPr>
          <p:nvPr/>
        </p:nvCxnSpPr>
        <p:spPr bwMode="auto">
          <a:xfrm rot="5400000">
            <a:off x="3932138" y="4022036"/>
            <a:ext cx="1045368" cy="270467"/>
          </a:xfrm>
          <a:prstGeom prst="bentConnector2">
            <a:avLst/>
          </a:prstGeom>
          <a:noFill/>
          <a:ln w="38160" cap="flat">
            <a:solidFill>
              <a:srgbClr val="AD14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284" name="AutoShape 20">
            <a:extLst>
              <a:ext uri="{FF2B5EF4-FFF2-40B4-BE49-F238E27FC236}">
                <a16:creationId xmlns:a16="http://schemas.microsoft.com/office/drawing/2014/main" id="{8B8F27D4-1BD7-96F7-0882-EBDA866DA273}"/>
              </a:ext>
              <a:ext uri="{C183D7F6-B498-43B3-948B-1728B52AA6E4}">
                <adec:decorative xmlns:adec="http://schemas.microsoft.com/office/drawing/2017/decorative" val="1"/>
              </a:ext>
            </a:extLst>
          </p:cNvPr>
          <p:cNvCxnSpPr>
            <a:cxnSpLocks noChangeShapeType="1"/>
            <a:stCxn id="11272" idx="0"/>
            <a:endCxn id="11279" idx="3"/>
          </p:cNvCxnSpPr>
          <p:nvPr/>
        </p:nvCxnSpPr>
        <p:spPr bwMode="auto">
          <a:xfrm rot="16200000" flipV="1">
            <a:off x="6322026" y="1804200"/>
            <a:ext cx="891970" cy="324039"/>
          </a:xfrm>
          <a:prstGeom prst="bentConnector2">
            <a:avLst/>
          </a:prstGeom>
          <a:noFill/>
          <a:ln w="38160" cap="flat">
            <a:solidFill>
              <a:srgbClr val="AD14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285" name="AutoShape 21">
            <a:extLst>
              <a:ext uri="{FF2B5EF4-FFF2-40B4-BE49-F238E27FC236}">
                <a16:creationId xmlns:a16="http://schemas.microsoft.com/office/drawing/2014/main" id="{50CD4D02-940A-5E63-5C1D-86D6AD03DB40}"/>
              </a:ext>
              <a:ext uri="{C183D7F6-B498-43B3-948B-1728B52AA6E4}">
                <adec:decorative xmlns:adec="http://schemas.microsoft.com/office/drawing/2017/decorative" val="1"/>
              </a:ext>
            </a:extLst>
          </p:cNvPr>
          <p:cNvCxnSpPr>
            <a:cxnSpLocks noChangeShapeType="1"/>
            <a:stCxn id="11266" idx="2"/>
            <a:endCxn id="11281" idx="3"/>
          </p:cNvCxnSpPr>
          <p:nvPr/>
        </p:nvCxnSpPr>
        <p:spPr bwMode="auto">
          <a:xfrm rot="5400000">
            <a:off x="8575155" y="4067897"/>
            <a:ext cx="1195088" cy="328465"/>
          </a:xfrm>
          <a:prstGeom prst="bentConnector2">
            <a:avLst/>
          </a:prstGeom>
          <a:noFill/>
          <a:ln w="38160" cap="flat">
            <a:solidFill>
              <a:srgbClr val="AD14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2289" name="Rectangle 1">
            <a:extLst>
              <a:ext uri="{FF2B5EF4-FFF2-40B4-BE49-F238E27FC236}">
                <a16:creationId xmlns:a16="http://schemas.microsoft.com/office/drawing/2014/main" id="{3FC2C535-B5D9-E6F4-6954-3D3CCAF7D223}"/>
              </a:ext>
            </a:extLst>
          </p:cNvPr>
          <p:cNvSpPr>
            <a:spLocks noGrp="1" noChangeArrowheads="1"/>
          </p:cNvSpPr>
          <p:nvPr>
            <p:ph type="subTitle"/>
          </p:nvPr>
        </p:nvSpPr>
        <p:spPr>
          <a:xfrm>
            <a:off x="541340" y="2128420"/>
            <a:ext cx="9070975" cy="1753034"/>
          </a:xfrm>
          <a:ln/>
        </p:spPr>
        <p:txBody>
          <a:bodyPr vert="horz" wrap="square" lIns="0" tIns="35560" rIns="0" bIns="0" numCol="1" anchor="ctr" anchorCtr="0" compatLnSpc="1">
            <a:prstTxWarp prst="textNoShape">
              <a:avLst/>
            </a:prstTxWarp>
          </a:bodyPr>
          <a:lstStyle/>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r>
              <a:rPr lang="en-GB" altLang="en-US" sz="4000" b="1" dirty="0">
                <a:solidFill>
                  <a:srgbClr val="FAFAFA"/>
                </a:solidFill>
              </a:rPr>
              <a:t>Mutua </a:t>
            </a:r>
            <a:r>
              <a:rPr lang="en-GB" altLang="en-US" sz="4000" b="1" dirty="0" err="1">
                <a:solidFill>
                  <a:srgbClr val="FAFAFA"/>
                </a:solidFill>
              </a:rPr>
              <a:t>Fadhla</a:t>
            </a:r>
            <a:r>
              <a:rPr lang="en-GB" altLang="en-US" sz="4000" b="1" dirty="0">
                <a:solidFill>
                  <a:srgbClr val="FAFAFA"/>
                </a:solidFill>
              </a:rPr>
              <a:t> Mohamed</a:t>
            </a:r>
            <a:br>
              <a:rPr lang="en-GB" altLang="en-US" sz="4000" b="1" dirty="0">
                <a:solidFill>
                  <a:srgbClr val="FAFAFA"/>
                </a:solidFill>
              </a:rPr>
            </a:br>
            <a:r>
              <a:rPr lang="en-GB" altLang="en-US" sz="4000" b="1" dirty="0">
                <a:solidFill>
                  <a:srgbClr val="FAFAFA"/>
                </a:solidFill>
              </a:rPr>
              <a:t>SM3201434</a:t>
            </a:r>
          </a:p>
          <a:p>
            <a: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pPr>
            <a:endParaRPr lang="en-GB" altLang="en-US" sz="4000" b="1" dirty="0">
              <a:solidFill>
                <a:srgbClr val="FAFAFA"/>
              </a:solidFill>
            </a:endParaRPr>
          </a:p>
        </p:txBody>
      </p:sp>
      <p:sp>
        <p:nvSpPr>
          <p:cNvPr id="2" name="Title 1">
            <a:extLst>
              <a:ext uri="{FF2B5EF4-FFF2-40B4-BE49-F238E27FC236}">
                <a16:creationId xmlns:a16="http://schemas.microsoft.com/office/drawing/2014/main" id="{FC0556D4-B1B7-3E7A-D162-EA6FE0381F14}"/>
              </a:ext>
            </a:extLst>
          </p:cNvPr>
          <p:cNvSpPr>
            <a:spLocks noGrp="1"/>
          </p:cNvSpPr>
          <p:nvPr>
            <p:ph type="title"/>
          </p:nvPr>
        </p:nvSpPr>
        <p:spPr>
          <a:xfrm>
            <a:off x="541340" y="1537854"/>
            <a:ext cx="9069387" cy="1028700"/>
          </a:xfrm>
        </p:spPr>
        <p:txBody>
          <a:bodyPr/>
          <a:lstStyle/>
          <a:p>
            <a:r>
              <a:rPr lang="en-GB" altLang="en-US" b="1">
                <a:solidFill>
                  <a:srgbClr val="FAFAFA"/>
                </a:solidFill>
              </a:rPr>
              <a:t>Thank You For Your Attention</a:t>
            </a:r>
            <a:br>
              <a:rPr lang="en-GB" altLang="en-US" b="1">
                <a:solidFill>
                  <a:srgbClr val="FAFAFA"/>
                </a:solidFill>
              </a:rPr>
            </a:br>
            <a:endParaRPr lang="en-GB"/>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B9B66C75202D34F98F87B41799FD340" ma:contentTypeVersion="6" ma:contentTypeDescription="Creare un nuovo documento." ma:contentTypeScope="" ma:versionID="7e0f458a136f1a01718f9b97f6f849df">
  <xsd:schema xmlns:xsd="http://www.w3.org/2001/XMLSchema" xmlns:xs="http://www.w3.org/2001/XMLSchema" xmlns:p="http://schemas.microsoft.com/office/2006/metadata/properties" xmlns:ns3="7bb61435-2dff-4861-b913-495bddcfba74" targetNamespace="http://schemas.microsoft.com/office/2006/metadata/properties" ma:root="true" ma:fieldsID="df38a512b42078ee9be40d8651d50fbf" ns3:_="">
    <xsd:import namespace="7bb61435-2dff-4861-b913-495bddcfba7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b61435-2dff-4861-b913-495bddcfba7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7bb61435-2dff-4861-b913-495bddcfba74" xsi:nil="true"/>
  </documentManagement>
</p:properties>
</file>

<file path=customXml/itemProps1.xml><?xml version="1.0" encoding="utf-8"?>
<ds:datastoreItem xmlns:ds="http://schemas.openxmlformats.org/officeDocument/2006/customXml" ds:itemID="{BD1810A1-B3F7-406C-922A-14050DF4B9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b61435-2dff-4861-b913-495bddcfba7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F34AB19-0F39-42DF-954C-40D4FBF76E37}">
  <ds:schemaRefs>
    <ds:schemaRef ds:uri="http://schemas.microsoft.com/sharepoint/v3/contenttype/forms"/>
  </ds:schemaRefs>
</ds:datastoreItem>
</file>

<file path=customXml/itemProps3.xml><?xml version="1.0" encoding="utf-8"?>
<ds:datastoreItem xmlns:ds="http://schemas.openxmlformats.org/officeDocument/2006/customXml" ds:itemID="{D498F7B5-8417-42D0-99C4-3308CD30E633}">
  <ds:schemaRefs>
    <ds:schemaRef ds:uri="http://schemas.microsoft.com/office/2006/metadata/properties"/>
    <ds:schemaRef ds:uri="http://www.w3.org/XML/1998/namespace"/>
    <ds:schemaRef ds:uri="http://schemas.microsoft.com/office/2006/documentManagement/types"/>
    <ds:schemaRef ds:uri="http://purl.org/dc/dcmitype/"/>
    <ds:schemaRef ds:uri="http://purl.org/dc/elements/1.1/"/>
    <ds:schemaRef ds:uri="http://schemas.microsoft.com/office/infopath/2007/PartnerControls"/>
    <ds:schemaRef ds:uri="http://purl.org/dc/terms/"/>
    <ds:schemaRef ds:uri="http://schemas.openxmlformats.org/package/2006/metadata/core-properties"/>
    <ds:schemaRef ds:uri="7bb61435-2dff-4861-b913-495bddcfba74"/>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42</TotalTime>
  <Words>426</Words>
  <Application>Microsoft Office PowerPoint</Application>
  <PresentationFormat>Custom</PresentationFormat>
  <Paragraphs>103</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Times New Roman</vt:lpstr>
      <vt:lpstr>Office Theme</vt:lpstr>
      <vt:lpstr>Eurovision  Trends from 2016 to 2022</vt:lpstr>
      <vt:lpstr>About the Project</vt:lpstr>
      <vt:lpstr>How are Poll opinions compared to the Public over the years?</vt:lpstr>
      <vt:lpstr>How Eurovision is Scored</vt:lpstr>
      <vt:lpstr>Poll vs Public Similarity By Year (2016-2022)</vt:lpstr>
      <vt:lpstr>Graph Information</vt:lpstr>
      <vt:lpstr>How did Jury influence the  Final outcomes in the worst year?</vt:lpstr>
      <vt:lpstr>How Ranking Shifted in 2018</vt:lpstr>
      <vt:lpstr>Graph Information</vt:lpstr>
      <vt:lpstr>WorkFlow</vt:lpstr>
      <vt:lpstr>Thank You For Your Attention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fadla mutua</dc:creator>
  <cp:lastModifiedBy>MUTUA FADHLA MOHAMED [SM3201434]</cp:lastModifiedBy>
  <cp:revision>3</cp:revision>
  <cp:lastPrinted>2026-02-20T05:18:31Z</cp:lastPrinted>
  <dcterms:created xsi:type="dcterms:W3CDTF">2026-02-18T13:02:12Z</dcterms:created>
  <dcterms:modified xsi:type="dcterms:W3CDTF">2026-03-07T07:16:58Z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0x0101001B9B66C75202D34F98F87B41799FD340</vt:lpwstr>
  </property>
</Properties>
</file>