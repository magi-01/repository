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68" r:id="rId2"/>
    <p:sldId id="257" r:id="rId3"/>
    <p:sldId id="258" r:id="rId4"/>
    <p:sldId id="269" r:id="rId5"/>
    <p:sldId id="259" r:id="rId6"/>
    <p:sldId id="260" r:id="rId7"/>
    <p:sldId id="261" r:id="rId8"/>
    <p:sldId id="262" r:id="rId9"/>
    <p:sldId id="263" r:id="rId10"/>
    <p:sldId id="264" r:id="rId11"/>
    <p:sldId id="265" r:id="rId12"/>
  </p:sldIdLst>
  <p:sldSz cx="10080625" cy="5670550"/>
  <p:notesSz cx="7104063" cy="10234613"/>
  <p:defaultTextStyle>
    <a:defPPr>
      <a:defRPr lang="en-GB"/>
    </a:defPPr>
    <a:lvl1pPr algn="l" defTabSz="449244"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1pPr>
    <a:lvl2pPr marL="742919" indent="-285738" algn="l" defTabSz="449244"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2pPr>
    <a:lvl3pPr marL="1142952" indent="-228591" algn="l" defTabSz="449244"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3pPr>
    <a:lvl4pPr marL="1600133" indent="-228591" algn="l" defTabSz="449244"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4pPr>
    <a:lvl5pPr marL="2057314" indent="-228591" algn="l" defTabSz="449244" rtl="0" fontAlgn="base" hangingPunct="0">
      <a:lnSpc>
        <a:spcPct val="93000"/>
      </a:lnSpc>
      <a:spcBef>
        <a:spcPts val="13"/>
      </a:spcBef>
      <a:spcAft>
        <a:spcPts val="13"/>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icrosoft YaHei" panose="020B0503020204020204" pitchFamily="34" charset="-122"/>
        <a:cs typeface="+mn-cs"/>
      </a:defRPr>
    </a:lvl5pPr>
    <a:lvl6pPr marL="2285904" algn="l" defTabSz="914362"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085" algn="l" defTabSz="914362"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266" algn="l" defTabSz="914362"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447" algn="l" defTabSz="914362"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1" userDrawn="1">
          <p15:clr>
            <a:srgbClr val="A4A3A4"/>
          </p15:clr>
        </p15:guide>
      </p15:sldGuideLst>
    </p:ext>
    <p:ext uri="{2D200454-40CA-4A62-9FC3-DE9A4176ACB9}">
      <p15:notesGuideLst xmlns:p15="http://schemas.microsoft.com/office/powerpoint/2012/main">
        <p15:guide id="1" orient="horz" pos="2757" userDrawn="1">
          <p15:clr>
            <a:srgbClr val="A4A3A4"/>
          </p15:clr>
        </p15:guide>
        <p15:guide id="2" pos="203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BFF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1" autoAdjust="0"/>
    <p:restoredTop sz="86441" autoAdjust="0"/>
  </p:normalViewPr>
  <p:slideViewPr>
    <p:cSldViewPr snapToGrid="0">
      <p:cViewPr>
        <p:scale>
          <a:sx n="100" d="100"/>
          <a:sy n="100" d="100"/>
        </p:scale>
        <p:origin x="1488" y="360"/>
      </p:cViewPr>
      <p:guideLst>
        <p:guide orient="horz" pos="2160"/>
        <p:guide pos="288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guide orient="horz" pos="2757"/>
        <p:guide pos="203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2" Type="http://schemas.openxmlformats.org/officeDocument/2006/relationships/hyperlink" Target="https://www.kaggle.com/datasets/diamondsnake/eurovision-song-contest-data" TargetMode="External"/><Relationship Id="rId1" Type="http://schemas.openxmlformats.org/officeDocument/2006/relationships/hyperlink" Target="https://eschome.net/" TargetMode="External"/></Relationships>
</file>

<file path=ppt/diagrams/_rels/drawing1.xml.rels><?xml version="1.0" encoding="UTF-8" standalone="yes"?>
<Relationships xmlns="http://schemas.openxmlformats.org/package/2006/relationships"><Relationship Id="rId2" Type="http://schemas.openxmlformats.org/officeDocument/2006/relationships/hyperlink" Target="https://www.kaggle.com/datasets/diamondsnake/eurovision-song-contest-data" TargetMode="External"/><Relationship Id="rId1" Type="http://schemas.openxmlformats.org/officeDocument/2006/relationships/hyperlink" Target="https://eschome.net/" TargetMode="Externa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0D85D8-7EB5-4458-8E89-CCD849D179FA}"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61BDB86E-7F6B-4324-9486-9B7A61D5B3B1}">
      <dgm:prSet/>
      <dgm:spPr/>
      <dgm:t>
        <a:bodyPr/>
        <a:lstStyle/>
        <a:p>
          <a:r>
            <a:rPr lang="en-GB" dirty="0">
              <a:solidFill>
                <a:schemeClr val="tx1"/>
              </a:solidFill>
            </a:rPr>
            <a:t>Topics:</a:t>
          </a:r>
          <a:endParaRPr lang="en-US" dirty="0">
            <a:solidFill>
              <a:schemeClr val="tx1"/>
            </a:solidFill>
          </a:endParaRPr>
        </a:p>
      </dgm:t>
    </dgm:pt>
    <dgm:pt modelId="{AD5C381D-5CB2-4426-975D-93C0C1C760AE}" type="parTrans" cxnId="{26E03AAC-FA80-4EF2-9060-48A29098530A}">
      <dgm:prSet/>
      <dgm:spPr/>
      <dgm:t>
        <a:bodyPr/>
        <a:lstStyle/>
        <a:p>
          <a:endParaRPr lang="en-US"/>
        </a:p>
      </dgm:t>
    </dgm:pt>
    <dgm:pt modelId="{F592E847-2F0F-46F4-8727-34D874F6380B}" type="sibTrans" cxnId="{26E03AAC-FA80-4EF2-9060-48A29098530A}">
      <dgm:prSet/>
      <dgm:spPr/>
      <dgm:t>
        <a:bodyPr/>
        <a:lstStyle/>
        <a:p>
          <a:endParaRPr lang="en-US"/>
        </a:p>
      </dgm:t>
    </dgm:pt>
    <dgm:pt modelId="{7ECED565-C1E2-42AE-8413-A3C5382AC28F}">
      <dgm:prSet/>
      <dgm:spPr/>
      <dgm:t>
        <a:bodyPr/>
        <a:lstStyle/>
        <a:p>
          <a:r>
            <a:rPr lang="en-GB" dirty="0">
              <a:solidFill>
                <a:schemeClr val="tx1"/>
              </a:solidFill>
            </a:rPr>
            <a:t>Eurovision </a:t>
          </a:r>
          <a:r>
            <a:rPr lang="en-GB" b="1" dirty="0">
              <a:solidFill>
                <a:schemeClr val="tx1"/>
              </a:solidFill>
            </a:rPr>
            <a:t>Poll</a:t>
          </a:r>
          <a:r>
            <a:rPr lang="en-GB" dirty="0">
              <a:solidFill>
                <a:schemeClr val="tx1"/>
              </a:solidFill>
            </a:rPr>
            <a:t>,</a:t>
          </a:r>
          <a:r>
            <a:rPr lang="en-GB" b="1" dirty="0">
              <a:solidFill>
                <a:schemeClr val="tx1"/>
              </a:solidFill>
            </a:rPr>
            <a:t> Public</a:t>
          </a:r>
          <a:r>
            <a:rPr lang="en-GB" dirty="0">
              <a:solidFill>
                <a:schemeClr val="tx1"/>
              </a:solidFill>
            </a:rPr>
            <a:t> and </a:t>
          </a:r>
          <a:r>
            <a:rPr lang="en-GB" b="1" dirty="0">
              <a:solidFill>
                <a:schemeClr val="tx1"/>
              </a:solidFill>
            </a:rPr>
            <a:t>Jury</a:t>
          </a:r>
          <a:r>
            <a:rPr lang="en-GB" dirty="0">
              <a:solidFill>
                <a:schemeClr val="tx1"/>
              </a:solidFill>
            </a:rPr>
            <a:t> Results comparison</a:t>
          </a:r>
          <a:endParaRPr lang="en-US" dirty="0">
            <a:solidFill>
              <a:schemeClr val="tx1"/>
            </a:solidFill>
          </a:endParaRPr>
        </a:p>
      </dgm:t>
    </dgm:pt>
    <dgm:pt modelId="{A6FC62B4-EE94-42E8-89D6-C89A318798F8}" type="parTrans" cxnId="{DC8DD604-ABC9-4180-984E-41A8EFD8EAF2}">
      <dgm:prSet/>
      <dgm:spPr/>
      <dgm:t>
        <a:bodyPr/>
        <a:lstStyle/>
        <a:p>
          <a:endParaRPr lang="en-US"/>
        </a:p>
      </dgm:t>
    </dgm:pt>
    <dgm:pt modelId="{2BB2F422-86DE-491D-B9E6-BE3AAD35C710}" type="sibTrans" cxnId="{DC8DD604-ABC9-4180-984E-41A8EFD8EAF2}">
      <dgm:prSet/>
      <dgm:spPr/>
      <dgm:t>
        <a:bodyPr/>
        <a:lstStyle/>
        <a:p>
          <a:endParaRPr lang="en-US"/>
        </a:p>
      </dgm:t>
    </dgm:pt>
    <dgm:pt modelId="{3C7DAF03-FDC2-4259-9AC0-B096F7C864FC}">
      <dgm:prSet/>
      <dgm:spPr/>
      <dgm:t>
        <a:bodyPr/>
        <a:lstStyle/>
        <a:p>
          <a:r>
            <a:rPr lang="en-GB" dirty="0">
              <a:solidFill>
                <a:schemeClr val="tx1"/>
              </a:solidFill>
            </a:rPr>
            <a:t>Sites:</a:t>
          </a:r>
          <a:endParaRPr lang="en-US" dirty="0">
            <a:solidFill>
              <a:schemeClr val="tx1"/>
            </a:solidFill>
          </a:endParaRPr>
        </a:p>
      </dgm:t>
    </dgm:pt>
    <dgm:pt modelId="{05ACBA2A-ED2F-4463-97C5-417A9867F9E0}" type="parTrans" cxnId="{5055D416-C701-48F9-9E6D-DF06EDD5BB96}">
      <dgm:prSet/>
      <dgm:spPr/>
      <dgm:t>
        <a:bodyPr/>
        <a:lstStyle/>
        <a:p>
          <a:endParaRPr lang="en-US"/>
        </a:p>
      </dgm:t>
    </dgm:pt>
    <dgm:pt modelId="{E26FB1F7-BE61-46E6-9E60-2F195CE78EAE}" type="sibTrans" cxnId="{5055D416-C701-48F9-9E6D-DF06EDD5BB96}">
      <dgm:prSet/>
      <dgm:spPr/>
      <dgm:t>
        <a:bodyPr/>
        <a:lstStyle/>
        <a:p>
          <a:endParaRPr lang="en-US"/>
        </a:p>
      </dgm:t>
    </dgm:pt>
    <dgm:pt modelId="{FAF848FD-CAD0-401A-836E-5F029641E64A}">
      <dgm:prSet/>
      <dgm:spPr/>
      <dgm:t>
        <a:bodyPr/>
        <a:lstStyle/>
        <a:p>
          <a:r>
            <a:rPr lang="en-GB" baseline="0" dirty="0">
              <a:solidFill>
                <a:schemeClr val="tx1"/>
              </a:solidFill>
            </a:rPr>
            <a:t>Collection of </a:t>
          </a:r>
          <a:r>
            <a:rPr lang="en-GB" b="1" baseline="0" dirty="0">
              <a:solidFill>
                <a:schemeClr val="tx1"/>
              </a:solidFill>
            </a:rPr>
            <a:t>Jury</a:t>
          </a:r>
          <a:r>
            <a:rPr lang="en-GB" baseline="0" dirty="0">
              <a:solidFill>
                <a:schemeClr val="tx1"/>
              </a:solidFill>
            </a:rPr>
            <a:t>, </a:t>
          </a:r>
          <a:r>
            <a:rPr lang="en-GB" b="1" baseline="0" dirty="0">
              <a:solidFill>
                <a:schemeClr val="tx1"/>
              </a:solidFill>
            </a:rPr>
            <a:t>Public </a:t>
          </a:r>
          <a:r>
            <a:rPr lang="en-GB" baseline="0" dirty="0">
              <a:solidFill>
                <a:schemeClr val="tx1"/>
              </a:solidFill>
            </a:rPr>
            <a:t>and</a:t>
          </a:r>
          <a:r>
            <a:rPr lang="en-GB" b="1" baseline="0" dirty="0">
              <a:solidFill>
                <a:schemeClr val="tx1"/>
              </a:solidFill>
            </a:rPr>
            <a:t> Final</a:t>
          </a:r>
          <a:r>
            <a:rPr lang="en-GB" baseline="0" dirty="0">
              <a:solidFill>
                <a:schemeClr val="tx1"/>
              </a:solidFill>
            </a:rPr>
            <a:t> Voting (</a:t>
          </a:r>
          <a:r>
            <a:rPr lang="en-GB" baseline="0" dirty="0" err="1">
              <a:solidFill>
                <a:schemeClr val="tx1"/>
              </a:solidFill>
              <a:hlinkClick xmlns:r="http://schemas.openxmlformats.org/officeDocument/2006/relationships" r:id="rId1"/>
            </a:rPr>
            <a:t>Eschome</a:t>
          </a:r>
          <a:r>
            <a:rPr lang="en-GB" baseline="0" dirty="0">
              <a:solidFill>
                <a:schemeClr val="tx1"/>
              </a:solidFill>
            </a:rPr>
            <a:t>)</a:t>
          </a:r>
          <a:endParaRPr lang="en-US" baseline="0" dirty="0">
            <a:solidFill>
              <a:schemeClr val="tx1"/>
            </a:solidFill>
          </a:endParaRPr>
        </a:p>
      </dgm:t>
    </dgm:pt>
    <dgm:pt modelId="{A016DA70-8ED6-48B5-82CE-AFA085F25367}" type="parTrans" cxnId="{17F6F87B-32FF-4791-9E19-E8CB8CED626B}">
      <dgm:prSet/>
      <dgm:spPr/>
      <dgm:t>
        <a:bodyPr/>
        <a:lstStyle/>
        <a:p>
          <a:endParaRPr lang="en-GB"/>
        </a:p>
      </dgm:t>
    </dgm:pt>
    <dgm:pt modelId="{E3DDAAA5-C168-44AA-A4F4-00E59B5C268E}" type="sibTrans" cxnId="{17F6F87B-32FF-4791-9E19-E8CB8CED626B}">
      <dgm:prSet/>
      <dgm:spPr/>
      <dgm:t>
        <a:bodyPr/>
        <a:lstStyle/>
        <a:p>
          <a:endParaRPr lang="en-GB"/>
        </a:p>
      </dgm:t>
    </dgm:pt>
    <dgm:pt modelId="{7625B382-817F-411D-89EA-F264327D2D30}">
      <dgm:prSet/>
      <dgm:spPr/>
      <dgm:t>
        <a:bodyPr/>
        <a:lstStyle/>
        <a:p>
          <a:r>
            <a:rPr lang="en-GB" baseline="0" dirty="0">
              <a:solidFill>
                <a:schemeClr val="tx1"/>
              </a:solidFill>
            </a:rPr>
            <a:t>Collection of </a:t>
          </a:r>
          <a:r>
            <a:rPr lang="en-GB" b="1" baseline="0" dirty="0">
              <a:solidFill>
                <a:schemeClr val="tx1"/>
              </a:solidFill>
            </a:rPr>
            <a:t>Polling</a:t>
          </a:r>
          <a:r>
            <a:rPr lang="en-GB" baseline="0" dirty="0">
              <a:solidFill>
                <a:schemeClr val="tx1"/>
              </a:solidFill>
            </a:rPr>
            <a:t> (</a:t>
          </a:r>
          <a:r>
            <a:rPr lang="en-GB" baseline="0" dirty="0">
              <a:solidFill>
                <a:schemeClr val="tx1"/>
              </a:solidFill>
              <a:hlinkClick xmlns:r="http://schemas.openxmlformats.org/officeDocument/2006/relationships" r:id="rId2"/>
            </a:rPr>
            <a:t>Kaggle</a:t>
          </a:r>
          <a:r>
            <a:rPr lang="en-GB" baseline="0" dirty="0">
              <a:solidFill>
                <a:schemeClr val="tx1"/>
              </a:solidFill>
            </a:rPr>
            <a:t>)</a:t>
          </a:r>
          <a:endParaRPr lang="en-US" baseline="0" dirty="0">
            <a:solidFill>
              <a:schemeClr val="tx1"/>
            </a:solidFill>
          </a:endParaRPr>
        </a:p>
      </dgm:t>
    </dgm:pt>
    <dgm:pt modelId="{64DE9D4D-155C-4E07-BEF4-50BD1DB8CD6B}" type="parTrans" cxnId="{1D379BAA-DF99-4A6C-847F-674CEB2913C7}">
      <dgm:prSet/>
      <dgm:spPr/>
      <dgm:t>
        <a:bodyPr/>
        <a:lstStyle/>
        <a:p>
          <a:endParaRPr lang="en-GB"/>
        </a:p>
      </dgm:t>
    </dgm:pt>
    <dgm:pt modelId="{5EAA79CD-9082-4E3C-83C8-AACDC0BBCA8F}" type="sibTrans" cxnId="{1D379BAA-DF99-4A6C-847F-674CEB2913C7}">
      <dgm:prSet/>
      <dgm:spPr/>
      <dgm:t>
        <a:bodyPr/>
        <a:lstStyle/>
        <a:p>
          <a:endParaRPr lang="en-GB"/>
        </a:p>
      </dgm:t>
    </dgm:pt>
    <dgm:pt modelId="{9E80A8BF-835F-465C-81ED-B4C751E6C42B}" type="pres">
      <dgm:prSet presAssocID="{FA0D85D8-7EB5-4458-8E89-CCD849D179FA}" presName="linear" presStyleCnt="0">
        <dgm:presLayoutVars>
          <dgm:animLvl val="lvl"/>
          <dgm:resizeHandles val="exact"/>
        </dgm:presLayoutVars>
      </dgm:prSet>
      <dgm:spPr/>
    </dgm:pt>
    <dgm:pt modelId="{2858E716-29B2-4560-8D79-C89F93777CEC}" type="pres">
      <dgm:prSet presAssocID="{61BDB86E-7F6B-4324-9486-9B7A61D5B3B1}" presName="parentText" presStyleLbl="node1" presStyleIdx="0" presStyleCnt="2">
        <dgm:presLayoutVars>
          <dgm:chMax val="0"/>
          <dgm:bulletEnabled val="1"/>
        </dgm:presLayoutVars>
      </dgm:prSet>
      <dgm:spPr/>
    </dgm:pt>
    <dgm:pt modelId="{4661DF78-5ECF-4E5D-8D51-A0D2755C8062}" type="pres">
      <dgm:prSet presAssocID="{61BDB86E-7F6B-4324-9486-9B7A61D5B3B1}" presName="childText" presStyleLbl="revTx" presStyleIdx="0" presStyleCnt="2">
        <dgm:presLayoutVars>
          <dgm:bulletEnabled val="1"/>
        </dgm:presLayoutVars>
      </dgm:prSet>
      <dgm:spPr/>
    </dgm:pt>
    <dgm:pt modelId="{859E2173-93DC-4F18-8956-7FEB71F81DF2}" type="pres">
      <dgm:prSet presAssocID="{3C7DAF03-FDC2-4259-9AC0-B096F7C864FC}" presName="parentText" presStyleLbl="node1" presStyleIdx="1" presStyleCnt="2">
        <dgm:presLayoutVars>
          <dgm:chMax val="0"/>
          <dgm:bulletEnabled val="1"/>
        </dgm:presLayoutVars>
      </dgm:prSet>
      <dgm:spPr/>
    </dgm:pt>
    <dgm:pt modelId="{DD216EC4-E3DB-4FA2-8797-0377EF2BE8FB}" type="pres">
      <dgm:prSet presAssocID="{3C7DAF03-FDC2-4259-9AC0-B096F7C864FC}" presName="childText" presStyleLbl="revTx" presStyleIdx="1" presStyleCnt="2">
        <dgm:presLayoutVars>
          <dgm:bulletEnabled val="1"/>
        </dgm:presLayoutVars>
      </dgm:prSet>
      <dgm:spPr/>
    </dgm:pt>
  </dgm:ptLst>
  <dgm:cxnLst>
    <dgm:cxn modelId="{DC8DD604-ABC9-4180-984E-41A8EFD8EAF2}" srcId="{61BDB86E-7F6B-4324-9486-9B7A61D5B3B1}" destId="{7ECED565-C1E2-42AE-8413-A3C5382AC28F}" srcOrd="0" destOrd="0" parTransId="{A6FC62B4-EE94-42E8-89D6-C89A318798F8}" sibTransId="{2BB2F422-86DE-491D-B9E6-BE3AAD35C710}"/>
    <dgm:cxn modelId="{7EA49E0D-9152-4647-9539-C414AFF73AE2}" type="presOf" srcId="{7ECED565-C1E2-42AE-8413-A3C5382AC28F}" destId="{4661DF78-5ECF-4E5D-8D51-A0D2755C8062}" srcOrd="0" destOrd="0" presId="urn:microsoft.com/office/officeart/2005/8/layout/vList2"/>
    <dgm:cxn modelId="{5055D416-C701-48F9-9E6D-DF06EDD5BB96}" srcId="{FA0D85D8-7EB5-4458-8E89-CCD849D179FA}" destId="{3C7DAF03-FDC2-4259-9AC0-B096F7C864FC}" srcOrd="1" destOrd="0" parTransId="{05ACBA2A-ED2F-4463-97C5-417A9867F9E0}" sibTransId="{E26FB1F7-BE61-46E6-9E60-2F195CE78EAE}"/>
    <dgm:cxn modelId="{B7CC2C33-CAEC-47FC-A983-601EE0D38DCA}" type="presOf" srcId="{FAF848FD-CAD0-401A-836E-5F029641E64A}" destId="{DD216EC4-E3DB-4FA2-8797-0377EF2BE8FB}" srcOrd="0" destOrd="0" presId="urn:microsoft.com/office/officeart/2005/8/layout/vList2"/>
    <dgm:cxn modelId="{82346234-9417-4F62-A08F-4A6EAAFBEFFC}" type="presOf" srcId="{3C7DAF03-FDC2-4259-9AC0-B096F7C864FC}" destId="{859E2173-93DC-4F18-8956-7FEB71F81DF2}" srcOrd="0" destOrd="0" presId="urn:microsoft.com/office/officeart/2005/8/layout/vList2"/>
    <dgm:cxn modelId="{D9C68475-157E-476C-9057-596584D62019}" type="presOf" srcId="{FA0D85D8-7EB5-4458-8E89-CCD849D179FA}" destId="{9E80A8BF-835F-465C-81ED-B4C751E6C42B}" srcOrd="0" destOrd="0" presId="urn:microsoft.com/office/officeart/2005/8/layout/vList2"/>
    <dgm:cxn modelId="{17F6F87B-32FF-4791-9E19-E8CB8CED626B}" srcId="{3C7DAF03-FDC2-4259-9AC0-B096F7C864FC}" destId="{FAF848FD-CAD0-401A-836E-5F029641E64A}" srcOrd="0" destOrd="0" parTransId="{A016DA70-8ED6-48B5-82CE-AFA085F25367}" sibTransId="{E3DDAAA5-C168-44AA-A4F4-00E59B5C268E}"/>
    <dgm:cxn modelId="{E41431A3-6C74-4DC7-856B-0F2CC70D66C5}" type="presOf" srcId="{61BDB86E-7F6B-4324-9486-9B7A61D5B3B1}" destId="{2858E716-29B2-4560-8D79-C89F93777CEC}" srcOrd="0" destOrd="0" presId="urn:microsoft.com/office/officeart/2005/8/layout/vList2"/>
    <dgm:cxn modelId="{1D379BAA-DF99-4A6C-847F-674CEB2913C7}" srcId="{3C7DAF03-FDC2-4259-9AC0-B096F7C864FC}" destId="{7625B382-817F-411D-89EA-F264327D2D30}" srcOrd="1" destOrd="0" parTransId="{64DE9D4D-155C-4E07-BEF4-50BD1DB8CD6B}" sibTransId="{5EAA79CD-9082-4E3C-83C8-AACDC0BBCA8F}"/>
    <dgm:cxn modelId="{26E03AAC-FA80-4EF2-9060-48A29098530A}" srcId="{FA0D85D8-7EB5-4458-8E89-CCD849D179FA}" destId="{61BDB86E-7F6B-4324-9486-9B7A61D5B3B1}" srcOrd="0" destOrd="0" parTransId="{AD5C381D-5CB2-4426-975D-93C0C1C760AE}" sibTransId="{F592E847-2F0F-46F4-8727-34D874F6380B}"/>
    <dgm:cxn modelId="{5BC746EB-64D8-464A-953B-353D8EF0B8C8}" type="presOf" srcId="{7625B382-817F-411D-89EA-F264327D2D30}" destId="{DD216EC4-E3DB-4FA2-8797-0377EF2BE8FB}" srcOrd="0" destOrd="1" presId="urn:microsoft.com/office/officeart/2005/8/layout/vList2"/>
    <dgm:cxn modelId="{EF6798E9-20A6-451C-AC49-EAAB5FB80E5F}" type="presParOf" srcId="{9E80A8BF-835F-465C-81ED-B4C751E6C42B}" destId="{2858E716-29B2-4560-8D79-C89F93777CEC}" srcOrd="0" destOrd="0" presId="urn:microsoft.com/office/officeart/2005/8/layout/vList2"/>
    <dgm:cxn modelId="{C1854548-0B56-4BF3-8B19-283D30DBA5F4}" type="presParOf" srcId="{9E80A8BF-835F-465C-81ED-B4C751E6C42B}" destId="{4661DF78-5ECF-4E5D-8D51-A0D2755C8062}" srcOrd="1" destOrd="0" presId="urn:microsoft.com/office/officeart/2005/8/layout/vList2"/>
    <dgm:cxn modelId="{638C950E-E234-4BFC-8B67-515E3BBBC17D}" type="presParOf" srcId="{9E80A8BF-835F-465C-81ED-B4C751E6C42B}" destId="{859E2173-93DC-4F18-8956-7FEB71F81DF2}" srcOrd="2" destOrd="0" presId="urn:microsoft.com/office/officeart/2005/8/layout/vList2"/>
    <dgm:cxn modelId="{C0D120B4-D6E0-4FC0-864A-3E35C6C3C933}" type="presParOf" srcId="{9E80A8BF-835F-465C-81ED-B4C751E6C42B}" destId="{DD216EC4-E3DB-4FA2-8797-0377EF2BE8FB}"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EAE808-7E1D-4454-8132-16233F064B81}"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GB"/>
        </a:p>
      </dgm:t>
    </dgm:pt>
    <dgm:pt modelId="{CE385AC0-40C8-4C8C-BBFA-418F02BDD572}">
      <dgm:prSet phldrT="[Text]" phldr="0" custT="1"/>
      <dgm:spPr/>
      <dgm:t>
        <a:bodyPr/>
        <a:lstStyle/>
        <a:p>
          <a:r>
            <a:rPr lang="en-GB" b="0" u="none">
              <a:latin typeface="Arial"/>
              <a:ea typeface="Calibri"/>
              <a:cs typeface="Arial"/>
            </a:rPr>
            <a:t>Poll</a:t>
          </a:r>
        </a:p>
      </dgm:t>
    </dgm:pt>
    <dgm:pt modelId="{9F2936F9-DA8D-4B8E-AE3A-5144BC58C4B4}" type="parTrans" cxnId="{CB27C2A5-8DE6-40CF-9A43-60069B55C16B}">
      <dgm:prSet/>
      <dgm:spPr/>
      <dgm:t>
        <a:bodyPr/>
        <a:lstStyle/>
        <a:p>
          <a:endParaRPr lang="en-GB"/>
        </a:p>
      </dgm:t>
    </dgm:pt>
    <dgm:pt modelId="{8E57CFF7-321F-4C8A-A971-7038DA52EA00}" type="sibTrans" cxnId="{CB27C2A5-8DE6-40CF-9A43-60069B55C16B}">
      <dgm:prSet/>
      <dgm:spPr/>
      <dgm:t>
        <a:bodyPr/>
        <a:lstStyle/>
        <a:p>
          <a:endParaRPr lang="en-GB"/>
        </a:p>
      </dgm:t>
    </dgm:pt>
    <dgm:pt modelId="{E92CF03C-5BA6-446A-9747-F35AAE00F1C5}">
      <dgm:prSet phldrT="[Text]" phldr="0"/>
      <dgm:spPr/>
      <dgm:t>
        <a:bodyPr/>
        <a:lstStyle/>
        <a:p>
          <a:pPr algn="l" rtl="0">
            <a:lnSpc>
              <a:spcPct val="93000"/>
            </a:lnSpc>
          </a:pPr>
          <a:r>
            <a:rPr lang="en-GB" sz="1800" b="1" u="none">
              <a:latin typeface="Arial"/>
              <a:ea typeface="Calibri"/>
              <a:cs typeface="Arial"/>
            </a:rPr>
            <a:t>Live Voting</a:t>
          </a:r>
          <a:r>
            <a:rPr lang="en-GB" sz="1800" b="0" u="none">
              <a:latin typeface="Arial"/>
              <a:ea typeface="Calibri"/>
              <a:cs typeface="Arial"/>
            </a:rPr>
            <a:t> by the general Public (Tele-Vote, mainly messaging)</a:t>
          </a:r>
        </a:p>
      </dgm:t>
    </dgm:pt>
    <dgm:pt modelId="{95AD5116-4C17-4C9B-82CD-E27BE04C6CB9}" type="parTrans" cxnId="{170F4E56-42CC-4C61-BE7A-F7FD4B3EFC5F}">
      <dgm:prSet/>
      <dgm:spPr/>
      <dgm:t>
        <a:bodyPr/>
        <a:lstStyle/>
        <a:p>
          <a:endParaRPr lang="en-GB"/>
        </a:p>
      </dgm:t>
    </dgm:pt>
    <dgm:pt modelId="{BED79740-07F6-44B8-AEC8-890345E478AA}" type="sibTrans" cxnId="{170F4E56-42CC-4C61-BE7A-F7FD4B3EFC5F}">
      <dgm:prSet/>
      <dgm:spPr/>
      <dgm:t>
        <a:bodyPr/>
        <a:lstStyle/>
        <a:p>
          <a:endParaRPr lang="en-GB"/>
        </a:p>
      </dgm:t>
    </dgm:pt>
    <dgm:pt modelId="{9173E014-491B-4AE2-90FC-1151B8891FEA}">
      <dgm:prSet phldrT="[Text]" phldr="0"/>
      <dgm:spPr/>
      <dgm:t>
        <a:bodyPr/>
        <a:lstStyle/>
        <a:p>
          <a:pPr algn="l">
            <a:lnSpc>
              <a:spcPct val="93000"/>
            </a:lnSpc>
          </a:pPr>
          <a:r>
            <a:rPr lang="en-GB" sz="1800" b="0" u="none"/>
            <a:t>The </a:t>
          </a:r>
          <a:r>
            <a:rPr lang="en-GB" sz="1800" b="1" u="none"/>
            <a:t>weighted sum</a:t>
          </a:r>
          <a:r>
            <a:rPr lang="en-GB" sz="1800" b="0" u="none"/>
            <a:t> of Publicand Jury</a:t>
          </a:r>
        </a:p>
      </dgm:t>
    </dgm:pt>
    <dgm:pt modelId="{CBB1BED8-503C-4196-8B74-B7F845A866B9}" type="parTrans" cxnId="{D27A4731-EC16-46B9-9CF3-B7F55E3EB732}">
      <dgm:prSet/>
      <dgm:spPr/>
      <dgm:t>
        <a:bodyPr/>
        <a:lstStyle/>
        <a:p>
          <a:endParaRPr lang="en-GB"/>
        </a:p>
      </dgm:t>
    </dgm:pt>
    <dgm:pt modelId="{E00BEFA8-46B6-451B-AC1C-CC4BA33ADA37}" type="sibTrans" cxnId="{D27A4731-EC16-46B9-9CF3-B7F55E3EB732}">
      <dgm:prSet/>
      <dgm:spPr/>
      <dgm:t>
        <a:bodyPr/>
        <a:lstStyle/>
        <a:p>
          <a:endParaRPr lang="en-GB"/>
        </a:p>
      </dgm:t>
    </dgm:pt>
    <dgm:pt modelId="{B7A86D90-87B8-48F2-860F-6718B612BC22}">
      <dgm:prSet phldr="0"/>
      <dgm:spPr/>
      <dgm:t>
        <a:bodyPr/>
        <a:lstStyle/>
        <a:p>
          <a:pPr algn="l">
            <a:lnSpc>
              <a:spcPct val="93000"/>
            </a:lnSpc>
          </a:pPr>
          <a:r>
            <a:rPr lang="en-GB" sz="1800" b="0" u="none">
              <a:latin typeface="Arial"/>
              <a:ea typeface="Calibri"/>
              <a:cs typeface="Arial"/>
            </a:rPr>
            <a:t>Internet and Fan</a:t>
          </a:r>
          <a:r>
            <a:rPr lang="en-GB" sz="1800" b="1" u="none">
              <a:latin typeface="Arial"/>
              <a:ea typeface="Calibri"/>
              <a:cs typeface="Arial"/>
            </a:rPr>
            <a:t> Predictions</a:t>
          </a:r>
          <a:endParaRPr lang="en-US" sz="1800" b="1" u="none">
            <a:latin typeface="Arial"/>
            <a:ea typeface="Calibri"/>
            <a:cs typeface="Arial"/>
          </a:endParaRPr>
        </a:p>
      </dgm:t>
    </dgm:pt>
    <dgm:pt modelId="{EA590EDF-2C43-47F0-8202-E9A6E0475A78}" type="parTrans" cxnId="{B9DF9A3A-CC3F-4278-8A4D-2BA45FEA8304}">
      <dgm:prSet/>
      <dgm:spPr/>
      <dgm:t>
        <a:bodyPr/>
        <a:lstStyle/>
        <a:p>
          <a:endParaRPr lang="en-GB"/>
        </a:p>
      </dgm:t>
    </dgm:pt>
    <dgm:pt modelId="{A52883AF-2818-4445-992C-BA07B372436D}" type="sibTrans" cxnId="{B9DF9A3A-CC3F-4278-8A4D-2BA45FEA8304}">
      <dgm:prSet/>
      <dgm:spPr/>
      <dgm:t>
        <a:bodyPr/>
        <a:lstStyle/>
        <a:p>
          <a:endParaRPr lang="en-GB"/>
        </a:p>
      </dgm:t>
    </dgm:pt>
    <dgm:pt modelId="{82717292-B74E-4AC0-86E7-B8325072555C}">
      <dgm:prSet phldr="0"/>
      <dgm:spPr/>
      <dgm:t>
        <a:bodyPr/>
        <a:lstStyle/>
        <a:p>
          <a:pPr algn="l">
            <a:lnSpc>
              <a:spcPct val="93000"/>
            </a:lnSpc>
          </a:pPr>
          <a:r>
            <a:rPr lang="en-GB" sz="1800" b="0" u="none">
              <a:latin typeface="Arial"/>
              <a:ea typeface="Calibri"/>
              <a:cs typeface="Arial"/>
            </a:rPr>
            <a:t>Public:</a:t>
          </a:r>
          <a:endParaRPr lang="en-US" sz="1800" b="0" u="none">
            <a:latin typeface="Arial"/>
            <a:ea typeface="Calibri"/>
            <a:cs typeface="Arial"/>
          </a:endParaRPr>
        </a:p>
      </dgm:t>
    </dgm:pt>
    <dgm:pt modelId="{D9CA6F03-0AE4-4D6B-9B10-17097AA14338}" type="parTrans" cxnId="{4227F549-397E-42C5-A621-1265C2C628E7}">
      <dgm:prSet/>
      <dgm:spPr/>
      <dgm:t>
        <a:bodyPr/>
        <a:lstStyle/>
        <a:p>
          <a:endParaRPr lang="en-GB"/>
        </a:p>
      </dgm:t>
    </dgm:pt>
    <dgm:pt modelId="{233FBA42-01D7-433B-9BA6-65740CC63A77}" type="sibTrans" cxnId="{4227F549-397E-42C5-A621-1265C2C628E7}">
      <dgm:prSet/>
      <dgm:spPr/>
      <dgm:t>
        <a:bodyPr/>
        <a:lstStyle/>
        <a:p>
          <a:endParaRPr lang="en-GB"/>
        </a:p>
      </dgm:t>
    </dgm:pt>
    <dgm:pt modelId="{2E43391A-9E43-47D2-8DCA-798C1C8EFE30}">
      <dgm:prSet phldr="0"/>
      <dgm:spPr/>
      <dgm:t>
        <a:bodyPr/>
        <a:lstStyle/>
        <a:p>
          <a:pPr algn="l" rtl="0">
            <a:lnSpc>
              <a:spcPct val="93000"/>
            </a:lnSpc>
          </a:pPr>
          <a:r>
            <a:rPr lang="en-GB" sz="1800" b="0" u="none"/>
            <a:t>Jury</a:t>
          </a:r>
          <a:endParaRPr lang="en-US" sz="1800" b="0" u="none"/>
        </a:p>
      </dgm:t>
    </dgm:pt>
    <dgm:pt modelId="{AA728470-9510-4B4C-A978-C2A029D2BC45}" type="parTrans" cxnId="{21295191-6186-4633-9CB4-C3C244F6F053}">
      <dgm:prSet/>
      <dgm:spPr/>
      <dgm:t>
        <a:bodyPr/>
        <a:lstStyle/>
        <a:p>
          <a:endParaRPr lang="en-GB"/>
        </a:p>
      </dgm:t>
    </dgm:pt>
    <dgm:pt modelId="{E7002B43-65CC-47FC-B0EB-703965BF1103}" type="sibTrans" cxnId="{21295191-6186-4633-9CB4-C3C244F6F053}">
      <dgm:prSet/>
      <dgm:spPr/>
      <dgm:t>
        <a:bodyPr/>
        <a:lstStyle/>
        <a:p>
          <a:endParaRPr lang="en-GB"/>
        </a:p>
      </dgm:t>
    </dgm:pt>
    <dgm:pt modelId="{4377AB24-3986-4BE4-8E8D-C3222EDBC48C}">
      <dgm:prSet phldr="0"/>
      <dgm:spPr/>
      <dgm:t>
        <a:bodyPr/>
        <a:lstStyle/>
        <a:p>
          <a:pPr algn="l">
            <a:lnSpc>
              <a:spcPct val="93000"/>
            </a:lnSpc>
          </a:pPr>
          <a:r>
            <a:rPr lang="en-GB" sz="1800" b="1" u="none"/>
            <a:t>Experts</a:t>
          </a:r>
          <a:r>
            <a:rPr lang="en-GB" sz="1800" b="0" u="none"/>
            <a:t> of the industry</a:t>
          </a:r>
          <a:endParaRPr lang="en-US" sz="1800" b="0" u="none"/>
        </a:p>
      </dgm:t>
    </dgm:pt>
    <dgm:pt modelId="{7C7F74C5-D2E6-4202-A056-1B279517C02C}" type="parTrans" cxnId="{020B7A92-DA4F-4047-97B1-6E935DD379EB}">
      <dgm:prSet/>
      <dgm:spPr/>
      <dgm:t>
        <a:bodyPr/>
        <a:lstStyle/>
        <a:p>
          <a:endParaRPr lang="en-GB"/>
        </a:p>
      </dgm:t>
    </dgm:pt>
    <dgm:pt modelId="{52282BAB-C44E-4C9B-8873-67908194AB89}" type="sibTrans" cxnId="{020B7A92-DA4F-4047-97B1-6E935DD379EB}">
      <dgm:prSet/>
      <dgm:spPr/>
      <dgm:t>
        <a:bodyPr/>
        <a:lstStyle/>
        <a:p>
          <a:endParaRPr lang="en-GB"/>
        </a:p>
      </dgm:t>
    </dgm:pt>
    <dgm:pt modelId="{3A4E4086-59B0-43D6-8AB9-239636D890F8}">
      <dgm:prSet phldr="0"/>
      <dgm:spPr/>
      <dgm:t>
        <a:bodyPr/>
        <a:lstStyle/>
        <a:p>
          <a:pPr algn="l">
            <a:lnSpc>
              <a:spcPct val="93000"/>
            </a:lnSpc>
          </a:pPr>
          <a:r>
            <a:rPr lang="en-GB" sz="1800" b="0" u="none"/>
            <a:t>Final</a:t>
          </a:r>
        </a:p>
      </dgm:t>
    </dgm:pt>
    <dgm:pt modelId="{7552F470-0502-40D5-A14C-AFE267153F63}" type="parTrans" cxnId="{46562106-113B-4CDC-BEEF-C55DBD9FFEDE}">
      <dgm:prSet/>
      <dgm:spPr/>
      <dgm:t>
        <a:bodyPr/>
        <a:lstStyle/>
        <a:p>
          <a:endParaRPr lang="en-GB"/>
        </a:p>
      </dgm:t>
    </dgm:pt>
    <dgm:pt modelId="{FE28182B-41FF-4D6D-ACEF-DFD743132889}" type="sibTrans" cxnId="{46562106-113B-4CDC-BEEF-C55DBD9FFEDE}">
      <dgm:prSet/>
      <dgm:spPr/>
      <dgm:t>
        <a:bodyPr/>
        <a:lstStyle/>
        <a:p>
          <a:endParaRPr lang="en-GB"/>
        </a:p>
      </dgm:t>
    </dgm:pt>
    <dgm:pt modelId="{809CE087-6EE2-41DC-AA59-C1CBDC05B78B}">
      <dgm:prSet phldr="0"/>
      <dgm:spPr/>
      <dgm:t>
        <a:bodyPr/>
        <a:lstStyle/>
        <a:p>
          <a:pPr rtl="0"/>
          <a:endParaRPr lang="en-GB">
            <a:latin typeface="Arial"/>
            <a:ea typeface="Microsoft YaHei"/>
          </a:endParaRPr>
        </a:p>
      </dgm:t>
    </dgm:pt>
    <dgm:pt modelId="{214002DF-CFAB-44C3-945B-9B4DE8DACC72}" type="parTrans" cxnId="{43A25BFC-044F-4D4E-BCA6-0EE932B2761C}">
      <dgm:prSet/>
      <dgm:spPr/>
      <dgm:t>
        <a:bodyPr/>
        <a:lstStyle/>
        <a:p>
          <a:endParaRPr lang="en-GB"/>
        </a:p>
      </dgm:t>
    </dgm:pt>
    <dgm:pt modelId="{3862913B-064D-4330-980C-76D9FB567DAF}" type="sibTrans" cxnId="{43A25BFC-044F-4D4E-BCA6-0EE932B2761C}">
      <dgm:prSet/>
      <dgm:spPr/>
      <dgm:t>
        <a:bodyPr/>
        <a:lstStyle/>
        <a:p>
          <a:endParaRPr lang="en-GB"/>
        </a:p>
      </dgm:t>
    </dgm:pt>
    <dgm:pt modelId="{E0191815-CA16-4371-8527-02B72CB45430}" type="pres">
      <dgm:prSet presAssocID="{71EAE808-7E1D-4454-8132-16233F064B81}" presName="linear" presStyleCnt="0">
        <dgm:presLayoutVars>
          <dgm:animLvl val="lvl"/>
          <dgm:resizeHandles val="exact"/>
        </dgm:presLayoutVars>
      </dgm:prSet>
      <dgm:spPr/>
    </dgm:pt>
    <dgm:pt modelId="{AB5C7870-AF4D-4C36-B963-CCBFED585265}" type="pres">
      <dgm:prSet presAssocID="{CE385AC0-40C8-4C8C-BBFA-418F02BDD572}" presName="parentText" presStyleLbl="node1" presStyleIdx="0" presStyleCnt="4">
        <dgm:presLayoutVars>
          <dgm:chMax val="0"/>
          <dgm:bulletEnabled val="1"/>
        </dgm:presLayoutVars>
      </dgm:prSet>
      <dgm:spPr/>
    </dgm:pt>
    <dgm:pt modelId="{CF432FE7-7913-4F51-ADCF-C02D20327E23}" type="pres">
      <dgm:prSet presAssocID="{CE385AC0-40C8-4C8C-BBFA-418F02BDD572}" presName="childText" presStyleLbl="revTx" presStyleIdx="0" presStyleCnt="4">
        <dgm:presLayoutVars>
          <dgm:bulletEnabled val="1"/>
        </dgm:presLayoutVars>
      </dgm:prSet>
      <dgm:spPr/>
    </dgm:pt>
    <dgm:pt modelId="{BB1584A7-1033-4A23-B21D-12C7365B2302}" type="pres">
      <dgm:prSet presAssocID="{82717292-B74E-4AC0-86E7-B8325072555C}" presName="parentText" presStyleLbl="node1" presStyleIdx="1" presStyleCnt="4">
        <dgm:presLayoutVars>
          <dgm:chMax val="0"/>
          <dgm:bulletEnabled val="1"/>
        </dgm:presLayoutVars>
      </dgm:prSet>
      <dgm:spPr/>
    </dgm:pt>
    <dgm:pt modelId="{8EFF49C8-D5F0-4801-BCF9-1E461C7C0AC9}" type="pres">
      <dgm:prSet presAssocID="{82717292-B74E-4AC0-86E7-B8325072555C}" presName="childText" presStyleLbl="revTx" presStyleIdx="1" presStyleCnt="4">
        <dgm:presLayoutVars>
          <dgm:bulletEnabled val="1"/>
        </dgm:presLayoutVars>
      </dgm:prSet>
      <dgm:spPr/>
    </dgm:pt>
    <dgm:pt modelId="{F909E46D-4BEA-4092-95A0-03975C00796A}" type="pres">
      <dgm:prSet presAssocID="{2E43391A-9E43-47D2-8DCA-798C1C8EFE30}" presName="parentText" presStyleLbl="node1" presStyleIdx="2" presStyleCnt="4">
        <dgm:presLayoutVars>
          <dgm:chMax val="0"/>
          <dgm:bulletEnabled val="1"/>
        </dgm:presLayoutVars>
      </dgm:prSet>
      <dgm:spPr/>
    </dgm:pt>
    <dgm:pt modelId="{F5CB9AE4-2C8D-448F-8097-B37F7D3ED9A9}" type="pres">
      <dgm:prSet presAssocID="{2E43391A-9E43-47D2-8DCA-798C1C8EFE30}" presName="childText" presStyleLbl="revTx" presStyleIdx="2" presStyleCnt="4">
        <dgm:presLayoutVars>
          <dgm:bulletEnabled val="1"/>
        </dgm:presLayoutVars>
      </dgm:prSet>
      <dgm:spPr/>
    </dgm:pt>
    <dgm:pt modelId="{3FE2C949-0571-48E7-B162-4B4C42AFA39B}" type="pres">
      <dgm:prSet presAssocID="{3A4E4086-59B0-43D6-8AB9-239636D890F8}" presName="parentText" presStyleLbl="node1" presStyleIdx="3" presStyleCnt="4">
        <dgm:presLayoutVars>
          <dgm:chMax val="0"/>
          <dgm:bulletEnabled val="1"/>
        </dgm:presLayoutVars>
      </dgm:prSet>
      <dgm:spPr/>
    </dgm:pt>
    <dgm:pt modelId="{DE8F8E85-B314-41D4-BBE4-4E5D9E8AB791}" type="pres">
      <dgm:prSet presAssocID="{3A4E4086-59B0-43D6-8AB9-239636D890F8}" presName="childText" presStyleLbl="revTx" presStyleIdx="3" presStyleCnt="4">
        <dgm:presLayoutVars>
          <dgm:bulletEnabled val="1"/>
        </dgm:presLayoutVars>
      </dgm:prSet>
      <dgm:spPr/>
    </dgm:pt>
  </dgm:ptLst>
  <dgm:cxnLst>
    <dgm:cxn modelId="{DAE26D04-9DC6-49ED-B457-85643648C6CF}" type="presOf" srcId="{CE385AC0-40C8-4C8C-BBFA-418F02BDD572}" destId="{AB5C7870-AF4D-4C36-B963-CCBFED585265}" srcOrd="0" destOrd="0" presId="urn:microsoft.com/office/officeart/2005/8/layout/vList2"/>
    <dgm:cxn modelId="{219DCD05-7CB5-4D12-8F69-C76BFCD9B426}" type="presOf" srcId="{71EAE808-7E1D-4454-8132-16233F064B81}" destId="{E0191815-CA16-4371-8527-02B72CB45430}" srcOrd="0" destOrd="0" presId="urn:microsoft.com/office/officeart/2005/8/layout/vList2"/>
    <dgm:cxn modelId="{46562106-113B-4CDC-BEEF-C55DBD9FFEDE}" srcId="{71EAE808-7E1D-4454-8132-16233F064B81}" destId="{3A4E4086-59B0-43D6-8AB9-239636D890F8}" srcOrd="3" destOrd="0" parTransId="{7552F470-0502-40D5-A14C-AFE267153F63}" sibTransId="{FE28182B-41FF-4D6D-ACEF-DFD743132889}"/>
    <dgm:cxn modelId="{810D2621-A1B6-4C0C-854B-3ACACCC44E64}" type="presOf" srcId="{3A4E4086-59B0-43D6-8AB9-239636D890F8}" destId="{3FE2C949-0571-48E7-B162-4B4C42AFA39B}" srcOrd="0" destOrd="0" presId="urn:microsoft.com/office/officeart/2005/8/layout/vList2"/>
    <dgm:cxn modelId="{D27A4731-EC16-46B9-9CF3-B7F55E3EB732}" srcId="{3A4E4086-59B0-43D6-8AB9-239636D890F8}" destId="{9173E014-491B-4AE2-90FC-1151B8891FEA}" srcOrd="0" destOrd="0" parTransId="{CBB1BED8-503C-4196-8B74-B7F845A866B9}" sibTransId="{E00BEFA8-46B6-451B-AC1C-CC4BA33ADA37}"/>
    <dgm:cxn modelId="{B9DF9A3A-CC3F-4278-8A4D-2BA45FEA8304}" srcId="{CE385AC0-40C8-4C8C-BBFA-418F02BDD572}" destId="{B7A86D90-87B8-48F2-860F-6718B612BC22}" srcOrd="0" destOrd="0" parTransId="{EA590EDF-2C43-47F0-8202-E9A6E0475A78}" sibTransId="{A52883AF-2818-4445-992C-BA07B372436D}"/>
    <dgm:cxn modelId="{4227F549-397E-42C5-A621-1265C2C628E7}" srcId="{71EAE808-7E1D-4454-8132-16233F064B81}" destId="{82717292-B74E-4AC0-86E7-B8325072555C}" srcOrd="1" destOrd="0" parTransId="{D9CA6F03-0AE4-4D6B-9B10-17097AA14338}" sibTransId="{233FBA42-01D7-433B-9BA6-65740CC63A77}"/>
    <dgm:cxn modelId="{260E2A4C-66F9-4911-9038-AAB20D9EDBD8}" type="presOf" srcId="{E92CF03C-5BA6-446A-9747-F35AAE00F1C5}" destId="{8EFF49C8-D5F0-4801-BCF9-1E461C7C0AC9}" srcOrd="0" destOrd="0" presId="urn:microsoft.com/office/officeart/2005/8/layout/vList2"/>
    <dgm:cxn modelId="{CCEA964F-4D16-47E9-A8BD-C340003884C1}" type="presOf" srcId="{809CE087-6EE2-41DC-AA59-C1CBDC05B78B}" destId="{DE8F8E85-B314-41D4-BBE4-4E5D9E8AB791}" srcOrd="0" destOrd="1" presId="urn:microsoft.com/office/officeart/2005/8/layout/vList2"/>
    <dgm:cxn modelId="{170F4E56-42CC-4C61-BE7A-F7FD4B3EFC5F}" srcId="{82717292-B74E-4AC0-86E7-B8325072555C}" destId="{E92CF03C-5BA6-446A-9747-F35AAE00F1C5}" srcOrd="0" destOrd="0" parTransId="{95AD5116-4C17-4C9B-82CD-E27BE04C6CB9}" sibTransId="{BED79740-07F6-44B8-AEC8-890345E478AA}"/>
    <dgm:cxn modelId="{A12CF77A-158C-4F45-B76F-43A65D805C6B}" type="presOf" srcId="{9173E014-491B-4AE2-90FC-1151B8891FEA}" destId="{DE8F8E85-B314-41D4-BBE4-4E5D9E8AB791}" srcOrd="0" destOrd="0" presId="urn:microsoft.com/office/officeart/2005/8/layout/vList2"/>
    <dgm:cxn modelId="{21295191-6186-4633-9CB4-C3C244F6F053}" srcId="{71EAE808-7E1D-4454-8132-16233F064B81}" destId="{2E43391A-9E43-47D2-8DCA-798C1C8EFE30}" srcOrd="2" destOrd="0" parTransId="{AA728470-9510-4B4C-A978-C2A029D2BC45}" sibTransId="{E7002B43-65CC-47FC-B0EB-703965BF1103}"/>
    <dgm:cxn modelId="{020B7A92-DA4F-4047-97B1-6E935DD379EB}" srcId="{2E43391A-9E43-47D2-8DCA-798C1C8EFE30}" destId="{4377AB24-3986-4BE4-8E8D-C3222EDBC48C}" srcOrd="0" destOrd="0" parTransId="{7C7F74C5-D2E6-4202-A056-1B279517C02C}" sibTransId="{52282BAB-C44E-4C9B-8873-67908194AB89}"/>
    <dgm:cxn modelId="{1E548B95-0D73-443D-9F29-3B99DDEC814D}" type="presOf" srcId="{4377AB24-3986-4BE4-8E8D-C3222EDBC48C}" destId="{F5CB9AE4-2C8D-448F-8097-B37F7D3ED9A9}" srcOrd="0" destOrd="0" presId="urn:microsoft.com/office/officeart/2005/8/layout/vList2"/>
    <dgm:cxn modelId="{CB27C2A5-8DE6-40CF-9A43-60069B55C16B}" srcId="{71EAE808-7E1D-4454-8132-16233F064B81}" destId="{CE385AC0-40C8-4C8C-BBFA-418F02BDD572}" srcOrd="0" destOrd="0" parTransId="{9F2936F9-DA8D-4B8E-AE3A-5144BC58C4B4}" sibTransId="{8E57CFF7-321F-4C8A-A971-7038DA52EA00}"/>
    <dgm:cxn modelId="{4526D6AF-12F0-48C6-8F28-9DFEA294665D}" type="presOf" srcId="{2E43391A-9E43-47D2-8DCA-798C1C8EFE30}" destId="{F909E46D-4BEA-4092-95A0-03975C00796A}" srcOrd="0" destOrd="0" presId="urn:microsoft.com/office/officeart/2005/8/layout/vList2"/>
    <dgm:cxn modelId="{F248C0C2-AE53-4128-9909-B3E42115CD5E}" type="presOf" srcId="{B7A86D90-87B8-48F2-860F-6718B612BC22}" destId="{CF432FE7-7913-4F51-ADCF-C02D20327E23}" srcOrd="0" destOrd="0" presId="urn:microsoft.com/office/officeart/2005/8/layout/vList2"/>
    <dgm:cxn modelId="{44F1E1F6-529F-4395-9AED-DD36BE75D44C}" type="presOf" srcId="{82717292-B74E-4AC0-86E7-B8325072555C}" destId="{BB1584A7-1033-4A23-B21D-12C7365B2302}" srcOrd="0" destOrd="0" presId="urn:microsoft.com/office/officeart/2005/8/layout/vList2"/>
    <dgm:cxn modelId="{43A25BFC-044F-4D4E-BCA6-0EE932B2761C}" srcId="{3A4E4086-59B0-43D6-8AB9-239636D890F8}" destId="{809CE087-6EE2-41DC-AA59-C1CBDC05B78B}" srcOrd="1" destOrd="0" parTransId="{214002DF-CFAB-44C3-945B-9B4DE8DACC72}" sibTransId="{3862913B-064D-4330-980C-76D9FB567DAF}"/>
    <dgm:cxn modelId="{5ED7C8BC-E16F-4B96-B356-18585E4D97C8}" type="presParOf" srcId="{E0191815-CA16-4371-8527-02B72CB45430}" destId="{AB5C7870-AF4D-4C36-B963-CCBFED585265}" srcOrd="0" destOrd="0" presId="urn:microsoft.com/office/officeart/2005/8/layout/vList2"/>
    <dgm:cxn modelId="{C5C7AF09-8433-46C2-9B46-6BD7F4218D5C}" type="presParOf" srcId="{E0191815-CA16-4371-8527-02B72CB45430}" destId="{CF432FE7-7913-4F51-ADCF-C02D20327E23}" srcOrd="1" destOrd="0" presId="urn:microsoft.com/office/officeart/2005/8/layout/vList2"/>
    <dgm:cxn modelId="{A017CE8C-C19C-4014-A2CA-1DC3D14D41DB}" type="presParOf" srcId="{E0191815-CA16-4371-8527-02B72CB45430}" destId="{BB1584A7-1033-4A23-B21D-12C7365B2302}" srcOrd="2" destOrd="0" presId="urn:microsoft.com/office/officeart/2005/8/layout/vList2"/>
    <dgm:cxn modelId="{AFA0D133-88EF-4CA7-82EA-32C43049E150}" type="presParOf" srcId="{E0191815-CA16-4371-8527-02B72CB45430}" destId="{8EFF49C8-D5F0-4801-BCF9-1E461C7C0AC9}" srcOrd="3" destOrd="0" presId="urn:microsoft.com/office/officeart/2005/8/layout/vList2"/>
    <dgm:cxn modelId="{46912F36-380A-4DC6-B862-2801C4049DC2}" type="presParOf" srcId="{E0191815-CA16-4371-8527-02B72CB45430}" destId="{F909E46D-4BEA-4092-95A0-03975C00796A}" srcOrd="4" destOrd="0" presId="urn:microsoft.com/office/officeart/2005/8/layout/vList2"/>
    <dgm:cxn modelId="{94073C8B-6F81-47E9-929F-1C8462B2FC8A}" type="presParOf" srcId="{E0191815-CA16-4371-8527-02B72CB45430}" destId="{F5CB9AE4-2C8D-448F-8097-B37F7D3ED9A9}" srcOrd="5" destOrd="0" presId="urn:microsoft.com/office/officeart/2005/8/layout/vList2"/>
    <dgm:cxn modelId="{C3EB0E24-810A-488F-9BF6-9C499E9D4212}" type="presParOf" srcId="{E0191815-CA16-4371-8527-02B72CB45430}" destId="{3FE2C949-0571-48E7-B162-4B4C42AFA39B}" srcOrd="6" destOrd="0" presId="urn:microsoft.com/office/officeart/2005/8/layout/vList2"/>
    <dgm:cxn modelId="{73119A0C-C4A8-40C8-B328-DF348317ED29}" type="presParOf" srcId="{E0191815-CA16-4371-8527-02B72CB45430}" destId="{DE8F8E85-B314-41D4-BBE4-4E5D9E8AB791}" srcOrd="7"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58E716-29B2-4560-8D79-C89F93777CEC}">
      <dsp:nvSpPr>
        <dsp:cNvPr id="0" name=""/>
        <dsp:cNvSpPr/>
      </dsp:nvSpPr>
      <dsp:spPr>
        <a:xfrm>
          <a:off x="0" y="18242"/>
          <a:ext cx="5444767" cy="9126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dirty="0">
              <a:solidFill>
                <a:schemeClr val="tx1"/>
              </a:solidFill>
            </a:rPr>
            <a:t>Topics:</a:t>
          </a:r>
          <a:endParaRPr lang="en-US" sz="3900" kern="1200" dirty="0">
            <a:solidFill>
              <a:schemeClr val="tx1"/>
            </a:solidFill>
          </a:endParaRPr>
        </a:p>
      </dsp:txBody>
      <dsp:txXfrm>
        <a:off x="44549" y="62791"/>
        <a:ext cx="5355669" cy="823502"/>
      </dsp:txXfrm>
    </dsp:sp>
    <dsp:sp modelId="{4661DF78-5ECF-4E5D-8D51-A0D2755C8062}">
      <dsp:nvSpPr>
        <dsp:cNvPr id="0" name=""/>
        <dsp:cNvSpPr/>
      </dsp:nvSpPr>
      <dsp:spPr>
        <a:xfrm>
          <a:off x="0" y="930843"/>
          <a:ext cx="5444767" cy="888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871"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GB" sz="3000" kern="1200" dirty="0">
              <a:solidFill>
                <a:schemeClr val="tx1"/>
              </a:solidFill>
            </a:rPr>
            <a:t>Eurovision </a:t>
          </a:r>
          <a:r>
            <a:rPr lang="en-GB" sz="3000" b="1" kern="1200" dirty="0">
              <a:solidFill>
                <a:schemeClr val="tx1"/>
              </a:solidFill>
            </a:rPr>
            <a:t>Poll</a:t>
          </a:r>
          <a:r>
            <a:rPr lang="en-GB" sz="3000" kern="1200" dirty="0">
              <a:solidFill>
                <a:schemeClr val="tx1"/>
              </a:solidFill>
            </a:rPr>
            <a:t>,</a:t>
          </a:r>
          <a:r>
            <a:rPr lang="en-GB" sz="3000" b="1" kern="1200" dirty="0">
              <a:solidFill>
                <a:schemeClr val="tx1"/>
              </a:solidFill>
            </a:rPr>
            <a:t> Public</a:t>
          </a:r>
          <a:r>
            <a:rPr lang="en-GB" sz="3000" kern="1200" dirty="0">
              <a:solidFill>
                <a:schemeClr val="tx1"/>
              </a:solidFill>
            </a:rPr>
            <a:t> and </a:t>
          </a:r>
          <a:r>
            <a:rPr lang="en-GB" sz="3000" b="1" kern="1200" dirty="0">
              <a:solidFill>
                <a:schemeClr val="tx1"/>
              </a:solidFill>
            </a:rPr>
            <a:t>Jury</a:t>
          </a:r>
          <a:r>
            <a:rPr lang="en-GB" sz="3000" kern="1200" dirty="0">
              <a:solidFill>
                <a:schemeClr val="tx1"/>
              </a:solidFill>
            </a:rPr>
            <a:t> Results comparison</a:t>
          </a:r>
          <a:endParaRPr lang="en-US" sz="3000" kern="1200" dirty="0">
            <a:solidFill>
              <a:schemeClr val="tx1"/>
            </a:solidFill>
          </a:endParaRPr>
        </a:p>
      </dsp:txBody>
      <dsp:txXfrm>
        <a:off x="0" y="930843"/>
        <a:ext cx="5444767" cy="888030"/>
      </dsp:txXfrm>
    </dsp:sp>
    <dsp:sp modelId="{859E2173-93DC-4F18-8956-7FEB71F81DF2}">
      <dsp:nvSpPr>
        <dsp:cNvPr id="0" name=""/>
        <dsp:cNvSpPr/>
      </dsp:nvSpPr>
      <dsp:spPr>
        <a:xfrm>
          <a:off x="0" y="1818873"/>
          <a:ext cx="5444767" cy="91260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GB" sz="3900" kern="1200" dirty="0">
              <a:solidFill>
                <a:schemeClr val="tx1"/>
              </a:solidFill>
            </a:rPr>
            <a:t>Sites:</a:t>
          </a:r>
          <a:endParaRPr lang="en-US" sz="3900" kern="1200" dirty="0">
            <a:solidFill>
              <a:schemeClr val="tx1"/>
            </a:solidFill>
          </a:endParaRPr>
        </a:p>
      </dsp:txBody>
      <dsp:txXfrm>
        <a:off x="44549" y="1863422"/>
        <a:ext cx="5355669" cy="823502"/>
      </dsp:txXfrm>
    </dsp:sp>
    <dsp:sp modelId="{DD216EC4-E3DB-4FA2-8797-0377EF2BE8FB}">
      <dsp:nvSpPr>
        <dsp:cNvPr id="0" name=""/>
        <dsp:cNvSpPr/>
      </dsp:nvSpPr>
      <dsp:spPr>
        <a:xfrm>
          <a:off x="0" y="2731473"/>
          <a:ext cx="5444767" cy="2179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2871"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GB" sz="3000" kern="1200" baseline="0" dirty="0">
              <a:solidFill>
                <a:schemeClr val="tx1"/>
              </a:solidFill>
            </a:rPr>
            <a:t>Collection of </a:t>
          </a:r>
          <a:r>
            <a:rPr lang="en-GB" sz="3000" b="1" kern="1200" baseline="0" dirty="0">
              <a:solidFill>
                <a:schemeClr val="tx1"/>
              </a:solidFill>
            </a:rPr>
            <a:t>Jury</a:t>
          </a:r>
          <a:r>
            <a:rPr lang="en-GB" sz="3000" kern="1200" baseline="0" dirty="0">
              <a:solidFill>
                <a:schemeClr val="tx1"/>
              </a:solidFill>
            </a:rPr>
            <a:t>, </a:t>
          </a:r>
          <a:r>
            <a:rPr lang="en-GB" sz="3000" b="1" kern="1200" baseline="0" dirty="0">
              <a:solidFill>
                <a:schemeClr val="tx1"/>
              </a:solidFill>
            </a:rPr>
            <a:t>Public </a:t>
          </a:r>
          <a:r>
            <a:rPr lang="en-GB" sz="3000" kern="1200" baseline="0" dirty="0">
              <a:solidFill>
                <a:schemeClr val="tx1"/>
              </a:solidFill>
            </a:rPr>
            <a:t>and</a:t>
          </a:r>
          <a:r>
            <a:rPr lang="en-GB" sz="3000" b="1" kern="1200" baseline="0" dirty="0">
              <a:solidFill>
                <a:schemeClr val="tx1"/>
              </a:solidFill>
            </a:rPr>
            <a:t> Final</a:t>
          </a:r>
          <a:r>
            <a:rPr lang="en-GB" sz="3000" kern="1200" baseline="0" dirty="0">
              <a:solidFill>
                <a:schemeClr val="tx1"/>
              </a:solidFill>
            </a:rPr>
            <a:t> Voting (</a:t>
          </a:r>
          <a:r>
            <a:rPr lang="en-GB" sz="3000" kern="1200" baseline="0" dirty="0" err="1">
              <a:solidFill>
                <a:schemeClr val="tx1"/>
              </a:solidFill>
              <a:hlinkClick xmlns:r="http://schemas.openxmlformats.org/officeDocument/2006/relationships" r:id="rId1"/>
            </a:rPr>
            <a:t>Eschome</a:t>
          </a:r>
          <a:r>
            <a:rPr lang="en-GB" sz="3000" kern="1200" baseline="0" dirty="0">
              <a:solidFill>
                <a:schemeClr val="tx1"/>
              </a:solidFill>
            </a:rPr>
            <a:t>)</a:t>
          </a:r>
          <a:endParaRPr lang="en-US" sz="3000" kern="1200" baseline="0" dirty="0">
            <a:solidFill>
              <a:schemeClr val="tx1"/>
            </a:solidFill>
          </a:endParaRPr>
        </a:p>
        <a:p>
          <a:pPr marL="285750" lvl="1" indent="-285750" algn="l" defTabSz="1333500">
            <a:lnSpc>
              <a:spcPct val="90000"/>
            </a:lnSpc>
            <a:spcBef>
              <a:spcPct val="0"/>
            </a:spcBef>
            <a:spcAft>
              <a:spcPct val="20000"/>
            </a:spcAft>
            <a:buChar char="•"/>
          </a:pPr>
          <a:r>
            <a:rPr lang="en-GB" sz="3000" kern="1200" baseline="0" dirty="0">
              <a:solidFill>
                <a:schemeClr val="tx1"/>
              </a:solidFill>
            </a:rPr>
            <a:t>Collection of </a:t>
          </a:r>
          <a:r>
            <a:rPr lang="en-GB" sz="3000" b="1" kern="1200" baseline="0" dirty="0">
              <a:solidFill>
                <a:schemeClr val="tx1"/>
              </a:solidFill>
            </a:rPr>
            <a:t>Polling</a:t>
          </a:r>
          <a:r>
            <a:rPr lang="en-GB" sz="3000" kern="1200" baseline="0" dirty="0">
              <a:solidFill>
                <a:schemeClr val="tx1"/>
              </a:solidFill>
            </a:rPr>
            <a:t> (</a:t>
          </a:r>
          <a:r>
            <a:rPr lang="en-GB" sz="3000" kern="1200" baseline="0" dirty="0">
              <a:solidFill>
                <a:schemeClr val="tx1"/>
              </a:solidFill>
              <a:hlinkClick xmlns:r="http://schemas.openxmlformats.org/officeDocument/2006/relationships" r:id="rId2"/>
            </a:rPr>
            <a:t>Kaggle</a:t>
          </a:r>
          <a:r>
            <a:rPr lang="en-GB" sz="3000" kern="1200" baseline="0" dirty="0">
              <a:solidFill>
                <a:schemeClr val="tx1"/>
              </a:solidFill>
            </a:rPr>
            <a:t>)</a:t>
          </a:r>
          <a:endParaRPr lang="en-US" sz="3000" kern="1200" baseline="0" dirty="0">
            <a:solidFill>
              <a:schemeClr val="tx1"/>
            </a:solidFill>
          </a:endParaRPr>
        </a:p>
      </dsp:txBody>
      <dsp:txXfrm>
        <a:off x="0" y="2731473"/>
        <a:ext cx="5444767" cy="21797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C7870-AF4D-4C36-B963-CCBFED585265}">
      <dsp:nvSpPr>
        <dsp:cNvPr id="0" name=""/>
        <dsp:cNvSpPr/>
      </dsp:nvSpPr>
      <dsp:spPr>
        <a:xfrm>
          <a:off x="0" y="17995"/>
          <a:ext cx="5319625" cy="83713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GB" sz="3600" b="0" u="none" kern="1200">
              <a:latin typeface="Arial"/>
              <a:ea typeface="Calibri"/>
              <a:cs typeface="Arial"/>
            </a:rPr>
            <a:t>Poll</a:t>
          </a:r>
        </a:p>
      </dsp:txBody>
      <dsp:txXfrm>
        <a:off x="40866" y="58861"/>
        <a:ext cx="5237893" cy="755403"/>
      </dsp:txXfrm>
    </dsp:sp>
    <dsp:sp modelId="{CF432FE7-7913-4F51-ADCF-C02D20327E23}">
      <dsp:nvSpPr>
        <dsp:cNvPr id="0" name=""/>
        <dsp:cNvSpPr/>
      </dsp:nvSpPr>
      <dsp:spPr>
        <a:xfrm>
          <a:off x="0" y="855130"/>
          <a:ext cx="5319625" cy="44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100" b="0" u="none" kern="1200">
              <a:latin typeface="Arial"/>
              <a:ea typeface="Calibri"/>
              <a:cs typeface="Arial"/>
            </a:rPr>
            <a:t>Internet and Fan</a:t>
          </a:r>
          <a:r>
            <a:rPr lang="en-GB" sz="2100" b="1" u="none" kern="1200">
              <a:latin typeface="Arial"/>
              <a:ea typeface="Calibri"/>
              <a:cs typeface="Arial"/>
            </a:rPr>
            <a:t> Predictions</a:t>
          </a:r>
          <a:endParaRPr lang="en-US" sz="2100" b="1" u="none" kern="1200">
            <a:latin typeface="Arial"/>
            <a:ea typeface="Calibri"/>
            <a:cs typeface="Arial"/>
          </a:endParaRPr>
        </a:p>
      </dsp:txBody>
      <dsp:txXfrm>
        <a:off x="0" y="855130"/>
        <a:ext cx="5319625" cy="447120"/>
      </dsp:txXfrm>
    </dsp:sp>
    <dsp:sp modelId="{BB1584A7-1033-4A23-B21D-12C7365B2302}">
      <dsp:nvSpPr>
        <dsp:cNvPr id="0" name=""/>
        <dsp:cNvSpPr/>
      </dsp:nvSpPr>
      <dsp:spPr>
        <a:xfrm>
          <a:off x="0" y="1302250"/>
          <a:ext cx="5319625" cy="83713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3000"/>
            </a:lnSpc>
            <a:spcBef>
              <a:spcPct val="0"/>
            </a:spcBef>
            <a:spcAft>
              <a:spcPct val="35000"/>
            </a:spcAft>
            <a:buNone/>
          </a:pPr>
          <a:r>
            <a:rPr lang="en-GB" sz="2700" b="0" u="none" kern="1200">
              <a:latin typeface="Arial"/>
              <a:ea typeface="Calibri"/>
              <a:cs typeface="Arial"/>
            </a:rPr>
            <a:t>Public:</a:t>
          </a:r>
          <a:endParaRPr lang="en-US" sz="2700" b="0" u="none" kern="1200">
            <a:latin typeface="Arial"/>
            <a:ea typeface="Calibri"/>
            <a:cs typeface="Arial"/>
          </a:endParaRPr>
        </a:p>
      </dsp:txBody>
      <dsp:txXfrm>
        <a:off x="40866" y="1343116"/>
        <a:ext cx="5237893" cy="755403"/>
      </dsp:txXfrm>
    </dsp:sp>
    <dsp:sp modelId="{8EFF49C8-D5F0-4801-BCF9-1E461C7C0AC9}">
      <dsp:nvSpPr>
        <dsp:cNvPr id="0" name=""/>
        <dsp:cNvSpPr/>
      </dsp:nvSpPr>
      <dsp:spPr>
        <a:xfrm>
          <a:off x="0" y="2139385"/>
          <a:ext cx="5319625" cy="642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898" tIns="34290" rIns="192024" bIns="34290" numCol="1" spcCol="1270" anchor="t" anchorCtr="0">
          <a:noAutofit/>
        </a:bodyPr>
        <a:lstStyle/>
        <a:p>
          <a:pPr marL="228600" lvl="1" indent="-228600" algn="l" defTabSz="933450" rtl="0">
            <a:lnSpc>
              <a:spcPct val="93000"/>
            </a:lnSpc>
            <a:spcBef>
              <a:spcPct val="0"/>
            </a:spcBef>
            <a:spcAft>
              <a:spcPct val="20000"/>
            </a:spcAft>
            <a:buChar char="•"/>
          </a:pPr>
          <a:r>
            <a:rPr lang="en-GB" sz="2100" b="1" u="none" kern="1200">
              <a:latin typeface="Arial"/>
              <a:ea typeface="Calibri"/>
              <a:cs typeface="Arial"/>
            </a:rPr>
            <a:t>Live Voting</a:t>
          </a:r>
          <a:r>
            <a:rPr lang="en-GB" sz="2100" b="0" u="none" kern="1200">
              <a:latin typeface="Arial"/>
              <a:ea typeface="Calibri"/>
              <a:cs typeface="Arial"/>
            </a:rPr>
            <a:t> by the general Public (Tele-Vote, mainly messaging)</a:t>
          </a:r>
        </a:p>
      </dsp:txBody>
      <dsp:txXfrm>
        <a:off x="0" y="2139385"/>
        <a:ext cx="5319625" cy="642734"/>
      </dsp:txXfrm>
    </dsp:sp>
    <dsp:sp modelId="{F909E46D-4BEA-4092-95A0-03975C00796A}">
      <dsp:nvSpPr>
        <dsp:cNvPr id="0" name=""/>
        <dsp:cNvSpPr/>
      </dsp:nvSpPr>
      <dsp:spPr>
        <a:xfrm>
          <a:off x="0" y="2782120"/>
          <a:ext cx="5319625" cy="83713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rtl="0">
            <a:lnSpc>
              <a:spcPct val="93000"/>
            </a:lnSpc>
            <a:spcBef>
              <a:spcPct val="0"/>
            </a:spcBef>
            <a:spcAft>
              <a:spcPct val="35000"/>
            </a:spcAft>
            <a:buNone/>
          </a:pPr>
          <a:r>
            <a:rPr lang="en-GB" sz="2700" b="0" u="none" kern="1200"/>
            <a:t>Jury</a:t>
          </a:r>
          <a:endParaRPr lang="en-US" sz="2700" b="0" u="none" kern="1200"/>
        </a:p>
      </dsp:txBody>
      <dsp:txXfrm>
        <a:off x="40866" y="2822986"/>
        <a:ext cx="5237893" cy="755403"/>
      </dsp:txXfrm>
    </dsp:sp>
    <dsp:sp modelId="{F5CB9AE4-2C8D-448F-8097-B37F7D3ED9A9}">
      <dsp:nvSpPr>
        <dsp:cNvPr id="0" name=""/>
        <dsp:cNvSpPr/>
      </dsp:nvSpPr>
      <dsp:spPr>
        <a:xfrm>
          <a:off x="0" y="3619255"/>
          <a:ext cx="5319625" cy="44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100" b="1" u="none" kern="1200"/>
            <a:t>Experts</a:t>
          </a:r>
          <a:r>
            <a:rPr lang="en-GB" sz="2100" b="0" u="none" kern="1200"/>
            <a:t> of the industry</a:t>
          </a:r>
          <a:endParaRPr lang="en-US" sz="2100" b="0" u="none" kern="1200"/>
        </a:p>
      </dsp:txBody>
      <dsp:txXfrm>
        <a:off x="0" y="3619255"/>
        <a:ext cx="5319625" cy="447120"/>
      </dsp:txXfrm>
    </dsp:sp>
    <dsp:sp modelId="{3FE2C949-0571-48E7-B162-4B4C42AFA39B}">
      <dsp:nvSpPr>
        <dsp:cNvPr id="0" name=""/>
        <dsp:cNvSpPr/>
      </dsp:nvSpPr>
      <dsp:spPr>
        <a:xfrm>
          <a:off x="0" y="4066375"/>
          <a:ext cx="5319625" cy="837135"/>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3000"/>
            </a:lnSpc>
            <a:spcBef>
              <a:spcPct val="0"/>
            </a:spcBef>
            <a:spcAft>
              <a:spcPct val="35000"/>
            </a:spcAft>
            <a:buNone/>
          </a:pPr>
          <a:r>
            <a:rPr lang="en-GB" sz="2700" b="0" u="none" kern="1200"/>
            <a:t>Final</a:t>
          </a:r>
        </a:p>
      </dsp:txBody>
      <dsp:txXfrm>
        <a:off x="40866" y="4107241"/>
        <a:ext cx="5237893" cy="755403"/>
      </dsp:txXfrm>
    </dsp:sp>
    <dsp:sp modelId="{DE8F8E85-B314-41D4-BBE4-4E5D9E8AB791}">
      <dsp:nvSpPr>
        <dsp:cNvPr id="0" name=""/>
        <dsp:cNvSpPr/>
      </dsp:nvSpPr>
      <dsp:spPr>
        <a:xfrm>
          <a:off x="0" y="4903510"/>
          <a:ext cx="5319625" cy="698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898" tIns="34290" rIns="192024" bIns="34290" numCol="1" spcCol="1270" anchor="t" anchorCtr="0">
          <a:noAutofit/>
        </a:bodyPr>
        <a:lstStyle/>
        <a:p>
          <a:pPr marL="228600" lvl="1" indent="-228600" algn="l" defTabSz="933450">
            <a:lnSpc>
              <a:spcPct val="93000"/>
            </a:lnSpc>
            <a:spcBef>
              <a:spcPct val="0"/>
            </a:spcBef>
            <a:spcAft>
              <a:spcPct val="20000"/>
            </a:spcAft>
            <a:buChar char="•"/>
          </a:pPr>
          <a:r>
            <a:rPr lang="en-GB" sz="2100" b="0" u="none" kern="1200"/>
            <a:t>The </a:t>
          </a:r>
          <a:r>
            <a:rPr lang="en-GB" sz="2100" b="1" u="none" kern="1200"/>
            <a:t>weighted sum</a:t>
          </a:r>
          <a:r>
            <a:rPr lang="en-GB" sz="2100" b="0" u="none" kern="1200"/>
            <a:t> of Publicand Jury</a:t>
          </a:r>
        </a:p>
        <a:p>
          <a:pPr marL="228600" lvl="1" indent="-228600" algn="l" defTabSz="933450" rtl="0">
            <a:lnSpc>
              <a:spcPct val="90000"/>
            </a:lnSpc>
            <a:spcBef>
              <a:spcPct val="0"/>
            </a:spcBef>
            <a:spcAft>
              <a:spcPct val="20000"/>
            </a:spcAft>
            <a:buChar char="•"/>
          </a:pPr>
          <a:endParaRPr lang="en-GB" sz="2100" kern="1200">
            <a:latin typeface="Arial"/>
            <a:ea typeface="Microsoft YaHei"/>
          </a:endParaRPr>
        </a:p>
      </dsp:txBody>
      <dsp:txXfrm>
        <a:off x="0" y="4903510"/>
        <a:ext cx="5319625" cy="69862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Rectangle 1">
            <a:extLst>
              <a:ext uri="{FF2B5EF4-FFF2-40B4-BE49-F238E27FC236}">
                <a16:creationId xmlns:a16="http://schemas.microsoft.com/office/drawing/2014/main" id="{2C9E04E1-6C01-9E1E-4593-F79952507CDF}"/>
              </a:ext>
            </a:extLst>
          </p:cNvPr>
          <p:cNvSpPr>
            <a:spLocks noGrp="1" noRot="1" noChangeAspect="1" noChangeArrowheads="1"/>
          </p:cNvSpPr>
          <p:nvPr>
            <p:ph type="sldImg"/>
          </p:nvPr>
        </p:nvSpPr>
        <p:spPr bwMode="auto">
          <a:xfrm>
            <a:off x="142875" y="777875"/>
            <a:ext cx="6816725" cy="383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050" name="Rectangle 2">
            <a:extLst>
              <a:ext uri="{FF2B5EF4-FFF2-40B4-BE49-F238E27FC236}">
                <a16:creationId xmlns:a16="http://schemas.microsoft.com/office/drawing/2014/main" id="{EDD41CFC-9FAE-C7B3-21DA-8CF3CEEBF465}"/>
              </a:ext>
            </a:extLst>
          </p:cNvPr>
          <p:cNvSpPr>
            <a:spLocks noGrp="1" noChangeArrowheads="1"/>
          </p:cNvSpPr>
          <p:nvPr>
            <p:ph type="body"/>
          </p:nvPr>
        </p:nvSpPr>
        <p:spPr bwMode="auto">
          <a:xfrm>
            <a:off x="710108" y="4861253"/>
            <a:ext cx="5682356" cy="4604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2051" name="Rectangle 3">
            <a:extLst>
              <a:ext uri="{FF2B5EF4-FFF2-40B4-BE49-F238E27FC236}">
                <a16:creationId xmlns:a16="http://schemas.microsoft.com/office/drawing/2014/main" id="{3511AD2C-1C76-E4CC-D7EA-70854C9C0E41}"/>
              </a:ext>
            </a:extLst>
          </p:cNvPr>
          <p:cNvSpPr>
            <a:spLocks noGrp="1" noChangeArrowheads="1"/>
          </p:cNvSpPr>
          <p:nvPr>
            <p:ph type="hdr"/>
          </p:nvPr>
        </p:nvSpPr>
        <p:spPr bwMode="auto">
          <a:xfrm>
            <a:off x="2" y="1"/>
            <a:ext cx="3082107" cy="5105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26697" algn="l"/>
                <a:tab pos="853394" algn="l"/>
                <a:tab pos="1280091" algn="l"/>
                <a:tab pos="1706787" algn="l"/>
                <a:tab pos="2133484" algn="l"/>
                <a:tab pos="2560181" algn="l"/>
                <a:tab pos="2986878" algn="l"/>
              </a:tabLst>
              <a:defRPr sz="13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2" name="Rectangle 4">
            <a:extLst>
              <a:ext uri="{FF2B5EF4-FFF2-40B4-BE49-F238E27FC236}">
                <a16:creationId xmlns:a16="http://schemas.microsoft.com/office/drawing/2014/main" id="{A0499141-F0FF-898A-C35B-9EE47BB3A096}"/>
              </a:ext>
            </a:extLst>
          </p:cNvPr>
          <p:cNvSpPr>
            <a:spLocks noGrp="1" noChangeArrowheads="1"/>
          </p:cNvSpPr>
          <p:nvPr>
            <p:ph type="dt"/>
          </p:nvPr>
        </p:nvSpPr>
        <p:spPr bwMode="auto">
          <a:xfrm>
            <a:off x="4020466" y="1"/>
            <a:ext cx="3082107" cy="5105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26697" algn="l"/>
                <a:tab pos="853394" algn="l"/>
                <a:tab pos="1280091" algn="l"/>
                <a:tab pos="1706787" algn="l"/>
                <a:tab pos="2133484" algn="l"/>
                <a:tab pos="2560181" algn="l"/>
                <a:tab pos="2986878" algn="l"/>
              </a:tabLst>
              <a:defRPr sz="13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3" name="Rectangle 5">
            <a:extLst>
              <a:ext uri="{FF2B5EF4-FFF2-40B4-BE49-F238E27FC236}">
                <a16:creationId xmlns:a16="http://schemas.microsoft.com/office/drawing/2014/main" id="{F9FBA6BF-758A-A098-6064-36D4A6E1734B}"/>
              </a:ext>
            </a:extLst>
          </p:cNvPr>
          <p:cNvSpPr>
            <a:spLocks noGrp="1" noChangeArrowheads="1"/>
          </p:cNvSpPr>
          <p:nvPr>
            <p:ph type="ftr"/>
          </p:nvPr>
        </p:nvSpPr>
        <p:spPr bwMode="auto">
          <a:xfrm>
            <a:off x="2" y="9722503"/>
            <a:ext cx="3082107" cy="5105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tabLst>
                <a:tab pos="426697" algn="l"/>
                <a:tab pos="853394" algn="l"/>
                <a:tab pos="1280091" algn="l"/>
                <a:tab pos="1706787" algn="l"/>
                <a:tab pos="2133484" algn="l"/>
                <a:tab pos="2560181" algn="l"/>
                <a:tab pos="2986878" algn="l"/>
              </a:tabLst>
              <a:defRPr sz="13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2054" name="Rectangle 6">
            <a:extLst>
              <a:ext uri="{FF2B5EF4-FFF2-40B4-BE49-F238E27FC236}">
                <a16:creationId xmlns:a16="http://schemas.microsoft.com/office/drawing/2014/main" id="{2F599F66-D45C-6B96-1C58-120F5A560C82}"/>
              </a:ext>
            </a:extLst>
          </p:cNvPr>
          <p:cNvSpPr>
            <a:spLocks noGrp="1" noChangeArrowheads="1"/>
          </p:cNvSpPr>
          <p:nvPr>
            <p:ph type="sldNum"/>
          </p:nvPr>
        </p:nvSpPr>
        <p:spPr bwMode="auto">
          <a:xfrm>
            <a:off x="4020466" y="9722503"/>
            <a:ext cx="3082107" cy="5105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tabLst>
                <a:tab pos="426697" algn="l"/>
                <a:tab pos="853394" algn="l"/>
                <a:tab pos="1280091" algn="l"/>
                <a:tab pos="1706787" algn="l"/>
                <a:tab pos="2133484" algn="l"/>
                <a:tab pos="2560181" algn="l"/>
                <a:tab pos="2986878" algn="l"/>
              </a:tabLst>
              <a:defRPr sz="1300">
                <a:solidFill>
                  <a:srgbClr val="000000"/>
                </a:solidFill>
                <a:latin typeface="Times New Roman" panose="02020603050405020304" pitchFamily="18" charset="0"/>
                <a:cs typeface="Segoe UI" panose="020B0502040204020203" pitchFamily="34" charset="0"/>
              </a:defRPr>
            </a:lvl1pPr>
          </a:lstStyle>
          <a:p>
            <a:fld id="{F4D8EA3A-7DF9-48DB-87B4-C0DF12BC058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defTabSz="449007"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526" indent="-285587" algn="l" defTabSz="449007"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2348" indent="-228469" algn="l" defTabSz="449007"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599288" indent="-228469" algn="l" defTabSz="449007"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6228" indent="-228469" algn="l" defTabSz="449007"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4697" algn="l" defTabSz="913879" rtl="0" eaLnBrk="1" latinLnBrk="0" hangingPunct="1">
      <a:defRPr sz="1200" kern="1200">
        <a:solidFill>
          <a:schemeClr val="tx1"/>
        </a:solidFill>
        <a:latin typeface="+mn-lt"/>
        <a:ea typeface="+mn-ea"/>
        <a:cs typeface="+mn-cs"/>
      </a:defRPr>
    </a:lvl6pPr>
    <a:lvl7pPr marL="2741637" algn="l" defTabSz="913879" rtl="0" eaLnBrk="1" latinLnBrk="0" hangingPunct="1">
      <a:defRPr sz="1200" kern="1200">
        <a:solidFill>
          <a:schemeClr val="tx1"/>
        </a:solidFill>
        <a:latin typeface="+mn-lt"/>
        <a:ea typeface="+mn-ea"/>
        <a:cs typeface="+mn-cs"/>
      </a:defRPr>
    </a:lvl7pPr>
    <a:lvl8pPr marL="3198576" algn="l" defTabSz="913879" rtl="0" eaLnBrk="1" latinLnBrk="0" hangingPunct="1">
      <a:defRPr sz="1200" kern="1200">
        <a:solidFill>
          <a:schemeClr val="tx1"/>
        </a:solidFill>
        <a:latin typeface="+mn-lt"/>
        <a:ea typeface="+mn-ea"/>
        <a:cs typeface="+mn-cs"/>
      </a:defRPr>
    </a:lvl8pPr>
    <a:lvl9pPr marL="3655515" algn="l" defTabSz="91387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F59E1E2-07C2-B83F-5473-8FA467C79F0E}"/>
              </a:ext>
            </a:extLst>
          </p:cNvPr>
          <p:cNvSpPr>
            <a:spLocks noGrp="1" noChangeArrowheads="1"/>
          </p:cNvSpPr>
          <p:nvPr>
            <p:ph type="sldNum"/>
          </p:nvPr>
        </p:nvSpPr>
        <p:spPr>
          <a:ln/>
        </p:spPr>
        <p:txBody>
          <a:bodyPr/>
          <a:lstStyle/>
          <a:p>
            <a:fld id="{B44C066D-9A44-4728-9EAB-C6FB6B4891B2}" type="slidenum">
              <a:rPr lang="en-GB" altLang="en-US"/>
              <a:pPr/>
              <a:t>2</a:t>
            </a:fld>
            <a:endParaRPr lang="en-GB" altLang="en-US"/>
          </a:p>
        </p:txBody>
      </p:sp>
      <p:sp>
        <p:nvSpPr>
          <p:cNvPr id="14337" name="Rectangle 1">
            <a:extLst>
              <a:ext uri="{FF2B5EF4-FFF2-40B4-BE49-F238E27FC236}">
                <a16:creationId xmlns:a16="http://schemas.microsoft.com/office/drawing/2014/main" id="{CE66D69D-14E4-5AB8-0147-5D6A8EEEAE4F}"/>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Rectangle 2">
            <a:extLst>
              <a:ext uri="{FF2B5EF4-FFF2-40B4-BE49-F238E27FC236}">
                <a16:creationId xmlns:a16="http://schemas.microsoft.com/office/drawing/2014/main" id="{3BD8B284-7C1E-246A-18C9-D82468AB71F4}"/>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F442D34A-A5C4-FA2E-8062-39B842A3A704}"/>
              </a:ext>
            </a:extLst>
          </p:cNvPr>
          <p:cNvSpPr>
            <a:spLocks noGrp="1" noChangeArrowheads="1"/>
          </p:cNvSpPr>
          <p:nvPr>
            <p:ph type="sldNum"/>
          </p:nvPr>
        </p:nvSpPr>
        <p:spPr>
          <a:ln/>
        </p:spPr>
        <p:txBody>
          <a:bodyPr/>
          <a:lstStyle/>
          <a:p>
            <a:fld id="{B8FB1337-6F1E-47B0-9EA6-DAA42F34F428}" type="slidenum">
              <a:rPr lang="en-GB" altLang="en-US"/>
              <a:pPr/>
              <a:t>3</a:t>
            </a:fld>
            <a:endParaRPr lang="en-GB" altLang="en-US"/>
          </a:p>
        </p:txBody>
      </p:sp>
      <p:sp>
        <p:nvSpPr>
          <p:cNvPr id="15361" name="Rectangle 1">
            <a:extLst>
              <a:ext uri="{FF2B5EF4-FFF2-40B4-BE49-F238E27FC236}">
                <a16:creationId xmlns:a16="http://schemas.microsoft.com/office/drawing/2014/main" id="{01104D27-7E98-2E8C-D5A5-245B308E83D2}"/>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2" name="Rectangle 2">
            <a:extLst>
              <a:ext uri="{FF2B5EF4-FFF2-40B4-BE49-F238E27FC236}">
                <a16:creationId xmlns:a16="http://schemas.microsoft.com/office/drawing/2014/main" id="{6E61FFA1-6F17-0BFA-59FE-D4922628C457}"/>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6ECE47-7D01-F5DB-DA83-EC8CC6E0ED6D}"/>
            </a:ext>
          </a:extLst>
        </p:cNvPr>
        <p:cNvGrpSpPr/>
        <p:nvPr/>
      </p:nvGrpSpPr>
      <p:grpSpPr>
        <a:xfrm>
          <a:off x="0" y="0"/>
          <a:ext cx="0" cy="0"/>
          <a:chOff x="0" y="0"/>
          <a:chExt cx="0" cy="0"/>
        </a:xfrm>
      </p:grpSpPr>
      <p:sp>
        <p:nvSpPr>
          <p:cNvPr id="5" name="Rectangle 6">
            <a:extLst>
              <a:ext uri="{FF2B5EF4-FFF2-40B4-BE49-F238E27FC236}">
                <a16:creationId xmlns:a16="http://schemas.microsoft.com/office/drawing/2014/main" id="{D98DB376-7BB9-D742-619F-4BC33BDE55AC}"/>
              </a:ext>
            </a:extLst>
          </p:cNvPr>
          <p:cNvSpPr>
            <a:spLocks noGrp="1" noChangeArrowheads="1"/>
          </p:cNvSpPr>
          <p:nvPr>
            <p:ph type="sldNum"/>
          </p:nvPr>
        </p:nvSpPr>
        <p:spPr>
          <a:ln/>
        </p:spPr>
        <p:txBody>
          <a:bodyPr/>
          <a:lstStyle/>
          <a:p>
            <a:fld id="{B44C066D-9A44-4728-9EAB-C6FB6B4891B2}" type="slidenum">
              <a:rPr lang="en-GB" altLang="en-US"/>
              <a:pPr/>
              <a:t>4</a:t>
            </a:fld>
            <a:endParaRPr lang="en-GB" altLang="en-US"/>
          </a:p>
        </p:txBody>
      </p:sp>
      <p:sp>
        <p:nvSpPr>
          <p:cNvPr id="14337" name="Rectangle 1">
            <a:extLst>
              <a:ext uri="{FF2B5EF4-FFF2-40B4-BE49-F238E27FC236}">
                <a16:creationId xmlns:a16="http://schemas.microsoft.com/office/drawing/2014/main" id="{7AFA0CD0-B91E-6018-0322-E8A399874C03}"/>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8" name="Rectangle 2">
            <a:extLst>
              <a:ext uri="{FF2B5EF4-FFF2-40B4-BE49-F238E27FC236}">
                <a16:creationId xmlns:a16="http://schemas.microsoft.com/office/drawing/2014/main" id="{CB204575-1F20-A375-050F-E7DEB8805B81}"/>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60299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3371925D-F814-27B7-82B6-64D162438BEA}"/>
              </a:ext>
            </a:extLst>
          </p:cNvPr>
          <p:cNvSpPr>
            <a:spLocks noGrp="1" noChangeArrowheads="1"/>
          </p:cNvSpPr>
          <p:nvPr>
            <p:ph type="sldNum"/>
          </p:nvPr>
        </p:nvSpPr>
        <p:spPr>
          <a:ln/>
        </p:spPr>
        <p:txBody>
          <a:bodyPr/>
          <a:lstStyle/>
          <a:p>
            <a:fld id="{7450A574-B83F-4DFD-9FC5-1DB04E5AA407}" type="slidenum">
              <a:rPr lang="en-GB" altLang="en-US"/>
              <a:pPr/>
              <a:t>5</a:t>
            </a:fld>
            <a:endParaRPr lang="en-GB" altLang="en-US"/>
          </a:p>
        </p:txBody>
      </p:sp>
      <p:sp>
        <p:nvSpPr>
          <p:cNvPr id="16385" name="Rectangle 1">
            <a:extLst>
              <a:ext uri="{FF2B5EF4-FFF2-40B4-BE49-F238E27FC236}">
                <a16:creationId xmlns:a16="http://schemas.microsoft.com/office/drawing/2014/main" id="{103DEB38-3030-E024-C496-B829D21DA408}"/>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6" name="Rectangle 2">
            <a:extLst>
              <a:ext uri="{FF2B5EF4-FFF2-40B4-BE49-F238E27FC236}">
                <a16:creationId xmlns:a16="http://schemas.microsoft.com/office/drawing/2014/main" id="{84F2078F-6428-95F7-3C93-5A58C1D4C85A}"/>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707BA267-E163-8731-827A-C9F17C4E045E}"/>
              </a:ext>
            </a:extLst>
          </p:cNvPr>
          <p:cNvSpPr>
            <a:spLocks noGrp="1" noChangeArrowheads="1"/>
          </p:cNvSpPr>
          <p:nvPr>
            <p:ph type="sldNum"/>
          </p:nvPr>
        </p:nvSpPr>
        <p:spPr>
          <a:ln/>
        </p:spPr>
        <p:txBody>
          <a:bodyPr/>
          <a:lstStyle/>
          <a:p>
            <a:fld id="{62ECFA84-E6EF-4AD0-84B4-34B36DA74B25}" type="slidenum">
              <a:rPr lang="en-GB" altLang="en-US"/>
              <a:pPr/>
              <a:t>6</a:t>
            </a:fld>
            <a:endParaRPr lang="en-GB" altLang="en-US"/>
          </a:p>
        </p:txBody>
      </p:sp>
      <p:sp>
        <p:nvSpPr>
          <p:cNvPr id="17409" name="Rectangle 1">
            <a:extLst>
              <a:ext uri="{FF2B5EF4-FFF2-40B4-BE49-F238E27FC236}">
                <a16:creationId xmlns:a16="http://schemas.microsoft.com/office/drawing/2014/main" id="{6D700D79-6588-47CE-B463-4E6077A5A715}"/>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0" name="Rectangle 2">
            <a:extLst>
              <a:ext uri="{FF2B5EF4-FFF2-40B4-BE49-F238E27FC236}">
                <a16:creationId xmlns:a16="http://schemas.microsoft.com/office/drawing/2014/main" id="{898F51A3-0E71-E5AB-2ABB-A7BA2CC66DC5}"/>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AEA184E-547C-ED5D-F457-1FE4154C2655}"/>
              </a:ext>
            </a:extLst>
          </p:cNvPr>
          <p:cNvSpPr>
            <a:spLocks noGrp="1" noChangeArrowheads="1"/>
          </p:cNvSpPr>
          <p:nvPr>
            <p:ph type="sldNum"/>
          </p:nvPr>
        </p:nvSpPr>
        <p:spPr>
          <a:ln/>
        </p:spPr>
        <p:txBody>
          <a:bodyPr/>
          <a:lstStyle/>
          <a:p>
            <a:fld id="{B41B7C6E-03E9-4C9D-A702-1F654D0F5679}" type="slidenum">
              <a:rPr lang="en-GB" altLang="en-US"/>
              <a:pPr/>
              <a:t>7</a:t>
            </a:fld>
            <a:endParaRPr lang="en-GB" altLang="en-US"/>
          </a:p>
        </p:txBody>
      </p:sp>
      <p:sp>
        <p:nvSpPr>
          <p:cNvPr id="18433" name="Rectangle 1">
            <a:extLst>
              <a:ext uri="{FF2B5EF4-FFF2-40B4-BE49-F238E27FC236}">
                <a16:creationId xmlns:a16="http://schemas.microsoft.com/office/drawing/2014/main" id="{EA2592D5-5F13-2AA1-0635-56A6A4111A81}"/>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Rectangle 2">
            <a:extLst>
              <a:ext uri="{FF2B5EF4-FFF2-40B4-BE49-F238E27FC236}">
                <a16:creationId xmlns:a16="http://schemas.microsoft.com/office/drawing/2014/main" id="{48A05720-9004-296F-705E-5B7B40A76B49}"/>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8BB51881-73F4-C0D3-BF3A-FB5D4DDC85CA}"/>
              </a:ext>
            </a:extLst>
          </p:cNvPr>
          <p:cNvSpPr>
            <a:spLocks noGrp="1" noChangeArrowheads="1"/>
          </p:cNvSpPr>
          <p:nvPr>
            <p:ph type="sldNum"/>
          </p:nvPr>
        </p:nvSpPr>
        <p:spPr>
          <a:ln/>
        </p:spPr>
        <p:txBody>
          <a:bodyPr/>
          <a:lstStyle/>
          <a:p>
            <a:fld id="{EBCF920C-F393-4D77-B093-A32EFBBD2C85}" type="slidenum">
              <a:rPr lang="en-GB" altLang="en-US"/>
              <a:pPr/>
              <a:t>8</a:t>
            </a:fld>
            <a:endParaRPr lang="en-GB" altLang="en-US"/>
          </a:p>
        </p:txBody>
      </p:sp>
      <p:sp>
        <p:nvSpPr>
          <p:cNvPr id="19457" name="Rectangle 1">
            <a:extLst>
              <a:ext uri="{FF2B5EF4-FFF2-40B4-BE49-F238E27FC236}">
                <a16:creationId xmlns:a16="http://schemas.microsoft.com/office/drawing/2014/main" id="{752826A4-54E4-316C-96E3-A5F3AEB8E3F3}"/>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58" name="Rectangle 2">
            <a:extLst>
              <a:ext uri="{FF2B5EF4-FFF2-40B4-BE49-F238E27FC236}">
                <a16:creationId xmlns:a16="http://schemas.microsoft.com/office/drawing/2014/main" id="{0D48191B-605B-7CB5-7E6C-E4507A7487DF}"/>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ABD29EF-2C3C-ABC2-F138-C8EB16B5D635}"/>
              </a:ext>
            </a:extLst>
          </p:cNvPr>
          <p:cNvSpPr>
            <a:spLocks noGrp="1" noChangeArrowheads="1"/>
          </p:cNvSpPr>
          <p:nvPr>
            <p:ph type="sldNum"/>
          </p:nvPr>
        </p:nvSpPr>
        <p:spPr>
          <a:ln/>
        </p:spPr>
        <p:txBody>
          <a:bodyPr/>
          <a:lstStyle/>
          <a:p>
            <a:fld id="{BE3A3BCD-6E45-4798-89AA-ACA6F27CA054}" type="slidenum">
              <a:rPr lang="en-GB" altLang="en-US"/>
              <a:pPr/>
              <a:t>9</a:t>
            </a:fld>
            <a:endParaRPr lang="en-GB" altLang="en-US"/>
          </a:p>
        </p:txBody>
      </p:sp>
      <p:sp>
        <p:nvSpPr>
          <p:cNvPr id="20481" name="Rectangle 1">
            <a:extLst>
              <a:ext uri="{FF2B5EF4-FFF2-40B4-BE49-F238E27FC236}">
                <a16:creationId xmlns:a16="http://schemas.microsoft.com/office/drawing/2014/main" id="{23E5F5F0-A2A6-A6D6-7232-EBC4D1AB2327}"/>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a:extLst>
              <a:ext uri="{FF2B5EF4-FFF2-40B4-BE49-F238E27FC236}">
                <a16:creationId xmlns:a16="http://schemas.microsoft.com/office/drawing/2014/main" id="{AFFD89BC-716D-1625-2821-1FB24E6F7F81}"/>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B1AD034-00E5-FF10-9370-B512774BA7E9}"/>
              </a:ext>
            </a:extLst>
          </p:cNvPr>
          <p:cNvSpPr>
            <a:spLocks noGrp="1" noChangeArrowheads="1"/>
          </p:cNvSpPr>
          <p:nvPr>
            <p:ph type="sldNum"/>
          </p:nvPr>
        </p:nvSpPr>
        <p:spPr>
          <a:ln/>
        </p:spPr>
        <p:txBody>
          <a:bodyPr/>
          <a:lstStyle/>
          <a:p>
            <a:fld id="{F4678787-4FE1-4A9E-84FD-8A949A2153EC}" type="slidenum">
              <a:rPr lang="en-GB" altLang="en-US"/>
              <a:pPr/>
              <a:t>10</a:t>
            </a:fld>
            <a:endParaRPr lang="en-GB" altLang="en-US"/>
          </a:p>
        </p:txBody>
      </p:sp>
      <p:sp>
        <p:nvSpPr>
          <p:cNvPr id="21505" name="Rectangle 1">
            <a:extLst>
              <a:ext uri="{FF2B5EF4-FFF2-40B4-BE49-F238E27FC236}">
                <a16:creationId xmlns:a16="http://schemas.microsoft.com/office/drawing/2014/main" id="{04E2D309-93F1-8310-3BBF-CE5ECB0DF9E4}"/>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6" name="Rectangle 2">
            <a:extLst>
              <a:ext uri="{FF2B5EF4-FFF2-40B4-BE49-F238E27FC236}">
                <a16:creationId xmlns:a16="http://schemas.microsoft.com/office/drawing/2014/main" id="{43F189C9-98D9-D678-C203-41A3885404E9}"/>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124DFA0-5167-428E-F898-34012A8914A9}"/>
              </a:ext>
            </a:extLst>
          </p:cNvPr>
          <p:cNvSpPr>
            <a:spLocks noGrp="1" noChangeArrowheads="1"/>
          </p:cNvSpPr>
          <p:nvPr>
            <p:ph type="sldNum"/>
          </p:nvPr>
        </p:nvSpPr>
        <p:spPr>
          <a:ln/>
        </p:spPr>
        <p:txBody>
          <a:bodyPr/>
          <a:lstStyle/>
          <a:p>
            <a:fld id="{E2A005BB-3701-49AC-B6F1-35D5D353248C}" type="slidenum">
              <a:rPr lang="en-GB" altLang="en-US"/>
              <a:pPr/>
              <a:t>11</a:t>
            </a:fld>
            <a:endParaRPr lang="en-GB" altLang="en-US"/>
          </a:p>
        </p:txBody>
      </p:sp>
      <p:sp>
        <p:nvSpPr>
          <p:cNvPr id="22529" name="Rectangle 1">
            <a:extLst>
              <a:ext uri="{FF2B5EF4-FFF2-40B4-BE49-F238E27FC236}">
                <a16:creationId xmlns:a16="http://schemas.microsoft.com/office/drawing/2014/main" id="{4D9A35A3-1276-1C06-E8D4-315F8852A52E}"/>
              </a:ext>
            </a:extLst>
          </p:cNvPr>
          <p:cNvSpPr txBox="1">
            <a:spLocks noGrp="1" noRot="1" noChangeAspect="1" noChangeArrowheads="1"/>
          </p:cNvSpPr>
          <p:nvPr>
            <p:ph type="sldImg"/>
          </p:nvPr>
        </p:nvSpPr>
        <p:spPr bwMode="auto">
          <a:xfrm>
            <a:off x="142875" y="777875"/>
            <a:ext cx="6818313" cy="3836988"/>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0" name="Rectangle 2">
            <a:extLst>
              <a:ext uri="{FF2B5EF4-FFF2-40B4-BE49-F238E27FC236}">
                <a16:creationId xmlns:a16="http://schemas.microsoft.com/office/drawing/2014/main" id="{98B760DE-F831-2083-6DC3-AB17CAE18E03}"/>
              </a:ext>
            </a:extLst>
          </p:cNvPr>
          <p:cNvSpPr txBox="1">
            <a:spLocks noGrp="1" noChangeArrowheads="1"/>
          </p:cNvSpPr>
          <p:nvPr>
            <p:ph type="body" idx="1"/>
          </p:nvPr>
        </p:nvSpPr>
        <p:spPr bwMode="auto">
          <a:xfrm>
            <a:off x="710109" y="4861252"/>
            <a:ext cx="5683847" cy="46059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D0D2-C549-F76C-9C64-0279D8166DFB}"/>
              </a:ext>
            </a:extLst>
          </p:cNvPr>
          <p:cNvSpPr>
            <a:spLocks noGrp="1"/>
          </p:cNvSpPr>
          <p:nvPr>
            <p:ph type="ctrTitle"/>
          </p:nvPr>
        </p:nvSpPr>
        <p:spPr>
          <a:xfrm>
            <a:off x="1260476" y="928688"/>
            <a:ext cx="7559675" cy="1973262"/>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A057D29-404A-22D0-359C-24D8C86E2F1C}"/>
              </a:ext>
            </a:extLst>
          </p:cNvPr>
          <p:cNvSpPr>
            <a:spLocks noGrp="1"/>
          </p:cNvSpPr>
          <p:nvPr>
            <p:ph type="subTitle" idx="1"/>
          </p:nvPr>
        </p:nvSpPr>
        <p:spPr>
          <a:xfrm>
            <a:off x="1260476" y="2978152"/>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71C47BF-5CFE-AADE-7840-339872D6C2DD}"/>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2B17BDB8-3B78-4B3E-B40C-0D06681E3FDD}"/>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7E4E7C2A-3A4E-F722-F9FA-2F284461AABD}"/>
              </a:ext>
            </a:extLst>
          </p:cNvPr>
          <p:cNvSpPr>
            <a:spLocks noGrp="1"/>
          </p:cNvSpPr>
          <p:nvPr>
            <p:ph type="sldNum" idx="12"/>
          </p:nvPr>
        </p:nvSpPr>
        <p:spPr/>
        <p:txBody>
          <a:bodyPr/>
          <a:lstStyle>
            <a:lvl1pPr>
              <a:defRPr/>
            </a:lvl1pPr>
          </a:lstStyle>
          <a:p>
            <a:fld id="{4AF6A134-7F85-4106-A38F-B08A237CE00A}" type="slidenum">
              <a:rPr lang="en-GB" altLang="en-US"/>
              <a:pPr/>
              <a:t>‹#›</a:t>
            </a:fld>
            <a:endParaRPr lang="en-GB" altLang="en-US"/>
          </a:p>
        </p:txBody>
      </p:sp>
    </p:spTree>
    <p:extLst>
      <p:ext uri="{BB962C8B-B14F-4D97-AF65-F5344CB8AC3E}">
        <p14:creationId xmlns:p14="http://schemas.microsoft.com/office/powerpoint/2010/main" val="1462992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7F62-FFE8-873A-757E-8B1FCBD543D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8602259-9EC1-AFDE-C805-0AA4AE72F3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E3404E0-676D-1EB5-63F6-F6F51EBDF53A}"/>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FEE9E654-5C99-58E3-2271-0F9F501C820D}"/>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8E1806BC-F409-6F96-C82D-B9F32BE300FE}"/>
              </a:ext>
            </a:extLst>
          </p:cNvPr>
          <p:cNvSpPr>
            <a:spLocks noGrp="1"/>
          </p:cNvSpPr>
          <p:nvPr>
            <p:ph type="sldNum" idx="12"/>
          </p:nvPr>
        </p:nvSpPr>
        <p:spPr/>
        <p:txBody>
          <a:bodyPr/>
          <a:lstStyle>
            <a:lvl1pPr>
              <a:defRPr/>
            </a:lvl1pPr>
          </a:lstStyle>
          <a:p>
            <a:fld id="{05B0CCE2-570F-4B18-9C72-134F8D68BA3F}" type="slidenum">
              <a:rPr lang="en-GB" altLang="en-US"/>
              <a:pPr/>
              <a:t>‹#›</a:t>
            </a:fld>
            <a:endParaRPr lang="en-GB" altLang="en-US"/>
          </a:p>
        </p:txBody>
      </p:sp>
    </p:spTree>
    <p:extLst>
      <p:ext uri="{BB962C8B-B14F-4D97-AF65-F5344CB8AC3E}">
        <p14:creationId xmlns:p14="http://schemas.microsoft.com/office/powerpoint/2010/main" val="3472770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4EA0-1859-204A-B37A-F39A14CC6E97}"/>
              </a:ext>
            </a:extLst>
          </p:cNvPr>
          <p:cNvSpPr>
            <a:spLocks noGrp="1"/>
          </p:cNvSpPr>
          <p:nvPr>
            <p:ph type="title"/>
          </p:nvPr>
        </p:nvSpPr>
        <p:spPr>
          <a:xfrm>
            <a:off x="687389" y="1414465"/>
            <a:ext cx="8694737" cy="23574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8430E8F-AA77-6D33-C73A-EAC5B1C15D8B}"/>
              </a:ext>
            </a:extLst>
          </p:cNvPr>
          <p:cNvSpPr>
            <a:spLocks noGrp="1"/>
          </p:cNvSpPr>
          <p:nvPr>
            <p:ph type="body" idx="1"/>
          </p:nvPr>
        </p:nvSpPr>
        <p:spPr>
          <a:xfrm>
            <a:off x="687389" y="3794125"/>
            <a:ext cx="8694737" cy="1241425"/>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6A3D4FD8-D3E9-BBDF-EC89-1467DEA47044}"/>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5171FEAA-C6BF-DA18-BE15-AF11E2FDD193}"/>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C3F167F4-38F4-DD0C-093A-F406964CA477}"/>
              </a:ext>
            </a:extLst>
          </p:cNvPr>
          <p:cNvSpPr>
            <a:spLocks noGrp="1"/>
          </p:cNvSpPr>
          <p:nvPr>
            <p:ph type="sldNum" idx="12"/>
          </p:nvPr>
        </p:nvSpPr>
        <p:spPr/>
        <p:txBody>
          <a:bodyPr/>
          <a:lstStyle>
            <a:lvl1pPr>
              <a:defRPr/>
            </a:lvl1pPr>
          </a:lstStyle>
          <a:p>
            <a:fld id="{916AEB27-33FD-40DB-8EBF-9BF92C4AFB6A}" type="slidenum">
              <a:rPr lang="en-GB" altLang="en-US"/>
              <a:pPr/>
              <a:t>‹#›</a:t>
            </a:fld>
            <a:endParaRPr lang="en-GB" altLang="en-US"/>
          </a:p>
        </p:txBody>
      </p:sp>
    </p:spTree>
    <p:extLst>
      <p:ext uri="{BB962C8B-B14F-4D97-AF65-F5344CB8AC3E}">
        <p14:creationId xmlns:p14="http://schemas.microsoft.com/office/powerpoint/2010/main" val="835757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8C5A6-7CE1-353C-F5C2-E12783D12775}"/>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16B642F9-B077-B0AF-0F09-767ABD8490AF}"/>
              </a:ext>
            </a:extLst>
          </p:cNvPr>
          <p:cNvSpPr>
            <a:spLocks noGrp="1"/>
          </p:cNvSpPr>
          <p:nvPr>
            <p:ph sz="half" idx="1"/>
          </p:nvPr>
        </p:nvSpPr>
        <p:spPr>
          <a:xfrm>
            <a:off x="503238" y="1327150"/>
            <a:ext cx="4457700" cy="3286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3F9AB50-D4BC-5728-503D-23B5C3E90B88}"/>
              </a:ext>
            </a:extLst>
          </p:cNvPr>
          <p:cNvSpPr>
            <a:spLocks noGrp="1"/>
          </p:cNvSpPr>
          <p:nvPr>
            <p:ph sz="half" idx="2"/>
          </p:nvPr>
        </p:nvSpPr>
        <p:spPr>
          <a:xfrm>
            <a:off x="5113339" y="1327150"/>
            <a:ext cx="4459287" cy="3286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4717F9DE-EF82-0009-B444-40984A4963C0}"/>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657E4258-174E-EFA8-1705-97D43E684D36}"/>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51074338-3E95-AB94-3E88-1113E44F31F6}"/>
              </a:ext>
            </a:extLst>
          </p:cNvPr>
          <p:cNvSpPr>
            <a:spLocks noGrp="1"/>
          </p:cNvSpPr>
          <p:nvPr>
            <p:ph type="sldNum" idx="12"/>
          </p:nvPr>
        </p:nvSpPr>
        <p:spPr/>
        <p:txBody>
          <a:bodyPr/>
          <a:lstStyle>
            <a:lvl1pPr>
              <a:defRPr/>
            </a:lvl1pPr>
          </a:lstStyle>
          <a:p>
            <a:fld id="{1BCEB360-8889-4D2B-BB56-4D4A534D195A}" type="slidenum">
              <a:rPr lang="en-GB" altLang="en-US"/>
              <a:pPr/>
              <a:t>‹#›</a:t>
            </a:fld>
            <a:endParaRPr lang="en-GB" altLang="en-US"/>
          </a:p>
        </p:txBody>
      </p:sp>
    </p:spTree>
    <p:extLst>
      <p:ext uri="{BB962C8B-B14F-4D97-AF65-F5344CB8AC3E}">
        <p14:creationId xmlns:p14="http://schemas.microsoft.com/office/powerpoint/2010/main" val="3196255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ACB0A-5613-38D6-5D55-727D1073B08F}"/>
              </a:ext>
            </a:extLst>
          </p:cNvPr>
          <p:cNvSpPr>
            <a:spLocks noGrp="1"/>
          </p:cNvSpPr>
          <p:nvPr>
            <p:ph type="title"/>
          </p:nvPr>
        </p:nvSpPr>
        <p:spPr>
          <a:xfrm>
            <a:off x="693739" y="301626"/>
            <a:ext cx="8694737" cy="10969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7F55C7C7-AB5D-276D-50AA-159B31B124EA}"/>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51E0BEA-3A14-BA38-8437-E06B1A7C619E}"/>
              </a:ext>
            </a:extLst>
          </p:cNvPr>
          <p:cNvSpPr>
            <a:spLocks noGrp="1"/>
          </p:cNvSpPr>
          <p:nvPr>
            <p:ph sz="half" idx="2"/>
          </p:nvPr>
        </p:nvSpPr>
        <p:spPr>
          <a:xfrm>
            <a:off x="693738" y="2071688"/>
            <a:ext cx="426561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66CD322-504A-63FD-2C35-126AB13EF8F0}"/>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44E69C2-E08E-C66B-322B-80A051F2FF35}"/>
              </a:ext>
            </a:extLst>
          </p:cNvPr>
          <p:cNvSpPr>
            <a:spLocks noGrp="1"/>
          </p:cNvSpPr>
          <p:nvPr>
            <p:ph sz="quarter" idx="4"/>
          </p:nvPr>
        </p:nvSpPr>
        <p:spPr>
          <a:xfrm>
            <a:off x="5103813" y="2071688"/>
            <a:ext cx="4284662" cy="30464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18062BB-3B2F-7BE4-FA6B-5C15DD729F50}"/>
              </a:ext>
            </a:extLst>
          </p:cNvPr>
          <p:cNvSpPr>
            <a:spLocks noGrp="1"/>
          </p:cNvSpPr>
          <p:nvPr>
            <p:ph type="dt" idx="10"/>
          </p:nvPr>
        </p:nvSpPr>
        <p:spPr/>
        <p:txBody>
          <a:bodyPr/>
          <a:lstStyle>
            <a:lvl1pPr>
              <a:defRPr/>
            </a:lvl1pPr>
          </a:lstStyle>
          <a:p>
            <a:endParaRPr lang="en-GB" altLang="en-US"/>
          </a:p>
        </p:txBody>
      </p:sp>
      <p:sp>
        <p:nvSpPr>
          <p:cNvPr id="8" name="Footer Placeholder 7">
            <a:extLst>
              <a:ext uri="{FF2B5EF4-FFF2-40B4-BE49-F238E27FC236}">
                <a16:creationId xmlns:a16="http://schemas.microsoft.com/office/drawing/2014/main" id="{A1E172AB-2568-E8A7-6E53-E5A08043CF9D}"/>
              </a:ext>
            </a:extLst>
          </p:cNvPr>
          <p:cNvSpPr>
            <a:spLocks noGrp="1"/>
          </p:cNvSpPr>
          <p:nvPr>
            <p:ph type="ftr" idx="11"/>
          </p:nvPr>
        </p:nvSpPr>
        <p:spPr/>
        <p:txBody>
          <a:bodyPr/>
          <a:lstStyle>
            <a:lvl1pPr>
              <a:defRPr/>
            </a:lvl1pPr>
          </a:lstStyle>
          <a:p>
            <a:endParaRPr lang="en-GB" altLang="en-US"/>
          </a:p>
        </p:txBody>
      </p:sp>
      <p:sp>
        <p:nvSpPr>
          <p:cNvPr id="9" name="Slide Number Placeholder 8">
            <a:extLst>
              <a:ext uri="{FF2B5EF4-FFF2-40B4-BE49-F238E27FC236}">
                <a16:creationId xmlns:a16="http://schemas.microsoft.com/office/drawing/2014/main" id="{6B004F71-1047-EACA-D266-63C67B8BB462}"/>
              </a:ext>
            </a:extLst>
          </p:cNvPr>
          <p:cNvSpPr>
            <a:spLocks noGrp="1"/>
          </p:cNvSpPr>
          <p:nvPr>
            <p:ph type="sldNum" idx="12"/>
          </p:nvPr>
        </p:nvSpPr>
        <p:spPr/>
        <p:txBody>
          <a:bodyPr/>
          <a:lstStyle>
            <a:lvl1pPr>
              <a:defRPr/>
            </a:lvl1pPr>
          </a:lstStyle>
          <a:p>
            <a:fld id="{227BF5E0-472C-48AC-96A3-0E9C7011C141}" type="slidenum">
              <a:rPr lang="en-GB" altLang="en-US"/>
              <a:pPr/>
              <a:t>‹#›</a:t>
            </a:fld>
            <a:endParaRPr lang="en-GB" altLang="en-US"/>
          </a:p>
        </p:txBody>
      </p:sp>
    </p:spTree>
    <p:extLst>
      <p:ext uri="{BB962C8B-B14F-4D97-AF65-F5344CB8AC3E}">
        <p14:creationId xmlns:p14="http://schemas.microsoft.com/office/powerpoint/2010/main" val="3149666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1FADD-3177-2F67-E37D-EA70FAA1925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EA22CA6-55FB-459A-8D14-DA56815CF867}"/>
              </a:ext>
            </a:extLst>
          </p:cNvPr>
          <p:cNvSpPr>
            <a:spLocks noGrp="1"/>
          </p:cNvSpPr>
          <p:nvPr>
            <p:ph type="dt" idx="10"/>
          </p:nvPr>
        </p:nvSpPr>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96F97F6A-FA29-7437-9F49-CE653473CF0F}"/>
              </a:ext>
            </a:extLst>
          </p:cNvPr>
          <p:cNvSpPr>
            <a:spLocks noGrp="1"/>
          </p:cNvSpPr>
          <p:nvPr>
            <p:ph type="ftr" idx="11"/>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725E83A4-170C-D507-0D36-643BC922EBB3}"/>
              </a:ext>
            </a:extLst>
          </p:cNvPr>
          <p:cNvSpPr>
            <a:spLocks noGrp="1"/>
          </p:cNvSpPr>
          <p:nvPr>
            <p:ph type="sldNum" idx="12"/>
          </p:nvPr>
        </p:nvSpPr>
        <p:spPr/>
        <p:txBody>
          <a:bodyPr/>
          <a:lstStyle>
            <a:lvl1pPr>
              <a:defRPr/>
            </a:lvl1pPr>
          </a:lstStyle>
          <a:p>
            <a:fld id="{02F4D45F-ACF5-4292-928B-A95A40D5585A}" type="slidenum">
              <a:rPr lang="en-GB" altLang="en-US"/>
              <a:pPr/>
              <a:t>‹#›</a:t>
            </a:fld>
            <a:endParaRPr lang="en-GB" altLang="en-US"/>
          </a:p>
        </p:txBody>
      </p:sp>
    </p:spTree>
    <p:extLst>
      <p:ext uri="{BB962C8B-B14F-4D97-AF65-F5344CB8AC3E}">
        <p14:creationId xmlns:p14="http://schemas.microsoft.com/office/powerpoint/2010/main" val="422586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24943D-1897-5B65-32D4-B57219B09929}"/>
              </a:ext>
            </a:extLst>
          </p:cNvPr>
          <p:cNvSpPr>
            <a:spLocks noGrp="1"/>
          </p:cNvSpPr>
          <p:nvPr>
            <p:ph type="dt" idx="10"/>
          </p:nvPr>
        </p:nvSpPr>
        <p:spPr/>
        <p:txBody>
          <a:bodyPr/>
          <a:lstStyle>
            <a:lvl1pPr>
              <a:defRPr/>
            </a:lvl1pPr>
          </a:lstStyle>
          <a:p>
            <a:endParaRPr lang="en-GB" altLang="en-US"/>
          </a:p>
        </p:txBody>
      </p:sp>
      <p:sp>
        <p:nvSpPr>
          <p:cNvPr id="3" name="Footer Placeholder 2">
            <a:extLst>
              <a:ext uri="{FF2B5EF4-FFF2-40B4-BE49-F238E27FC236}">
                <a16:creationId xmlns:a16="http://schemas.microsoft.com/office/drawing/2014/main" id="{FD809451-56A4-A34E-0414-48672555F00F}"/>
              </a:ext>
            </a:extLst>
          </p:cNvPr>
          <p:cNvSpPr>
            <a:spLocks noGrp="1"/>
          </p:cNvSpPr>
          <p:nvPr>
            <p:ph type="ftr" idx="11"/>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9CEA9687-1368-A091-74FE-04E1B7047FCE}"/>
              </a:ext>
            </a:extLst>
          </p:cNvPr>
          <p:cNvSpPr>
            <a:spLocks noGrp="1"/>
          </p:cNvSpPr>
          <p:nvPr>
            <p:ph type="sldNum" idx="12"/>
          </p:nvPr>
        </p:nvSpPr>
        <p:spPr/>
        <p:txBody>
          <a:bodyPr/>
          <a:lstStyle>
            <a:lvl1pPr>
              <a:defRPr/>
            </a:lvl1pPr>
          </a:lstStyle>
          <a:p>
            <a:fld id="{8364064E-67B4-4660-8A1D-3AC18B3964C3}" type="slidenum">
              <a:rPr lang="en-GB" altLang="en-US"/>
              <a:pPr/>
              <a:t>‹#›</a:t>
            </a:fld>
            <a:endParaRPr lang="en-GB" altLang="en-US"/>
          </a:p>
        </p:txBody>
      </p:sp>
    </p:spTree>
    <p:extLst>
      <p:ext uri="{BB962C8B-B14F-4D97-AF65-F5344CB8AC3E}">
        <p14:creationId xmlns:p14="http://schemas.microsoft.com/office/powerpoint/2010/main" val="61321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A314-9FB1-568A-35A3-6D32D59DC53B}"/>
              </a:ext>
            </a:extLst>
          </p:cNvPr>
          <p:cNvSpPr>
            <a:spLocks noGrp="1"/>
          </p:cNvSpPr>
          <p:nvPr>
            <p:ph type="title"/>
          </p:nvPr>
        </p:nvSpPr>
        <p:spPr>
          <a:xfrm>
            <a:off x="693738" y="377827"/>
            <a:ext cx="3251200" cy="1323975"/>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7B563F40-5129-E088-86C3-CFB1E251ADA5}"/>
              </a:ext>
            </a:extLst>
          </p:cNvPr>
          <p:cNvSpPr>
            <a:spLocks noGrp="1"/>
          </p:cNvSpPr>
          <p:nvPr>
            <p:ph idx="1"/>
          </p:nvPr>
        </p:nvSpPr>
        <p:spPr>
          <a:xfrm>
            <a:off x="4286251" y="815977"/>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0C0BE11-3415-B9E9-753C-14A524A68403}"/>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DA2486-D44C-E76E-EE46-AF45A96B9419}"/>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28D2B6E9-AC34-52AB-52C5-BE7A1BC2EA12}"/>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768290D2-6087-D544-2882-F7141D324017}"/>
              </a:ext>
            </a:extLst>
          </p:cNvPr>
          <p:cNvSpPr>
            <a:spLocks noGrp="1"/>
          </p:cNvSpPr>
          <p:nvPr>
            <p:ph type="sldNum" idx="12"/>
          </p:nvPr>
        </p:nvSpPr>
        <p:spPr/>
        <p:txBody>
          <a:bodyPr/>
          <a:lstStyle>
            <a:lvl1pPr>
              <a:defRPr/>
            </a:lvl1pPr>
          </a:lstStyle>
          <a:p>
            <a:fld id="{103E1951-35A0-41A5-8CE5-2394C70D210C}" type="slidenum">
              <a:rPr lang="en-GB" altLang="en-US"/>
              <a:pPr/>
              <a:t>‹#›</a:t>
            </a:fld>
            <a:endParaRPr lang="en-GB" altLang="en-US"/>
          </a:p>
        </p:txBody>
      </p:sp>
    </p:spTree>
    <p:extLst>
      <p:ext uri="{BB962C8B-B14F-4D97-AF65-F5344CB8AC3E}">
        <p14:creationId xmlns:p14="http://schemas.microsoft.com/office/powerpoint/2010/main" val="870837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F5016-4026-7A18-72B1-89193114A701}"/>
              </a:ext>
            </a:extLst>
          </p:cNvPr>
          <p:cNvSpPr>
            <a:spLocks noGrp="1"/>
          </p:cNvSpPr>
          <p:nvPr>
            <p:ph type="title"/>
          </p:nvPr>
        </p:nvSpPr>
        <p:spPr>
          <a:xfrm>
            <a:off x="693738" y="377827"/>
            <a:ext cx="3251200" cy="1323975"/>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B413406-9D64-1930-2BF9-11603779EE93}"/>
              </a:ext>
            </a:extLst>
          </p:cNvPr>
          <p:cNvSpPr>
            <a:spLocks noGrp="1"/>
          </p:cNvSpPr>
          <p:nvPr>
            <p:ph type="pic" idx="1"/>
          </p:nvPr>
        </p:nvSpPr>
        <p:spPr>
          <a:xfrm>
            <a:off x="4286251" y="815977"/>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2BEFF0-895A-0E85-0F86-C462F6EA7049}"/>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D3BB8D-A91A-1593-9616-037334E81BD5}"/>
              </a:ext>
            </a:extLst>
          </p:cNvPr>
          <p:cNvSpPr>
            <a:spLocks noGrp="1"/>
          </p:cNvSpPr>
          <p:nvPr>
            <p:ph type="dt" idx="10"/>
          </p:nvPr>
        </p:nvSpPr>
        <p:spPr/>
        <p:txBody>
          <a:bodyPr/>
          <a:lstStyle>
            <a:lvl1pPr>
              <a:defRPr/>
            </a:lvl1pPr>
          </a:lstStyle>
          <a:p>
            <a:endParaRPr lang="en-GB" altLang="en-US"/>
          </a:p>
        </p:txBody>
      </p:sp>
      <p:sp>
        <p:nvSpPr>
          <p:cNvPr id="6" name="Footer Placeholder 5">
            <a:extLst>
              <a:ext uri="{FF2B5EF4-FFF2-40B4-BE49-F238E27FC236}">
                <a16:creationId xmlns:a16="http://schemas.microsoft.com/office/drawing/2014/main" id="{088B11A4-2707-6997-346C-6FE3FFC38F54}"/>
              </a:ext>
            </a:extLst>
          </p:cNvPr>
          <p:cNvSpPr>
            <a:spLocks noGrp="1"/>
          </p:cNvSpPr>
          <p:nvPr>
            <p:ph type="ftr" idx="11"/>
          </p:nvPr>
        </p:nvSpPr>
        <p:spPr/>
        <p:txBody>
          <a:bodyPr/>
          <a:lstStyle>
            <a:lvl1pPr>
              <a:defRPr/>
            </a:lvl1pPr>
          </a:lstStyle>
          <a:p>
            <a:endParaRPr lang="en-GB" altLang="en-US"/>
          </a:p>
        </p:txBody>
      </p:sp>
      <p:sp>
        <p:nvSpPr>
          <p:cNvPr id="7" name="Slide Number Placeholder 6">
            <a:extLst>
              <a:ext uri="{FF2B5EF4-FFF2-40B4-BE49-F238E27FC236}">
                <a16:creationId xmlns:a16="http://schemas.microsoft.com/office/drawing/2014/main" id="{3B9AF69A-72D3-12EF-B24D-85B31873EE35}"/>
              </a:ext>
            </a:extLst>
          </p:cNvPr>
          <p:cNvSpPr>
            <a:spLocks noGrp="1"/>
          </p:cNvSpPr>
          <p:nvPr>
            <p:ph type="sldNum" idx="12"/>
          </p:nvPr>
        </p:nvSpPr>
        <p:spPr/>
        <p:txBody>
          <a:bodyPr/>
          <a:lstStyle>
            <a:lvl1pPr>
              <a:defRPr/>
            </a:lvl1pPr>
          </a:lstStyle>
          <a:p>
            <a:fld id="{956A40C2-83A3-453A-A677-7057D2CE2B02}" type="slidenum">
              <a:rPr lang="en-GB" altLang="en-US"/>
              <a:pPr/>
              <a:t>‹#›</a:t>
            </a:fld>
            <a:endParaRPr lang="en-GB" altLang="en-US"/>
          </a:p>
        </p:txBody>
      </p:sp>
    </p:spTree>
    <p:extLst>
      <p:ext uri="{BB962C8B-B14F-4D97-AF65-F5344CB8AC3E}">
        <p14:creationId xmlns:p14="http://schemas.microsoft.com/office/powerpoint/2010/main" val="1781324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1E2A-116E-BF86-4E61-D43D3A38953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4892563-C060-4FF4-05B9-B603BB93A2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E5DE3C8-7445-A829-DA16-D5724F0C1461}"/>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0BDD13C9-09ED-9F86-CCA4-C310A50D3F05}"/>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150B12F9-2F4C-2068-3B55-3550F9324EBB}"/>
              </a:ext>
            </a:extLst>
          </p:cNvPr>
          <p:cNvSpPr>
            <a:spLocks noGrp="1"/>
          </p:cNvSpPr>
          <p:nvPr>
            <p:ph type="sldNum" idx="12"/>
          </p:nvPr>
        </p:nvSpPr>
        <p:spPr/>
        <p:txBody>
          <a:bodyPr/>
          <a:lstStyle>
            <a:lvl1pPr>
              <a:defRPr/>
            </a:lvl1pPr>
          </a:lstStyle>
          <a:p>
            <a:fld id="{FA1788EE-3942-4C15-BA30-D1379425FB92}" type="slidenum">
              <a:rPr lang="en-GB" altLang="en-US"/>
              <a:pPr/>
              <a:t>‹#›</a:t>
            </a:fld>
            <a:endParaRPr lang="en-GB" altLang="en-US"/>
          </a:p>
        </p:txBody>
      </p:sp>
    </p:spTree>
    <p:extLst>
      <p:ext uri="{BB962C8B-B14F-4D97-AF65-F5344CB8AC3E}">
        <p14:creationId xmlns:p14="http://schemas.microsoft.com/office/powerpoint/2010/main" val="1190410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48ED4-690D-32DD-BCBB-C7B78A716D67}"/>
              </a:ext>
            </a:extLst>
          </p:cNvPr>
          <p:cNvSpPr>
            <a:spLocks noGrp="1"/>
          </p:cNvSpPr>
          <p:nvPr>
            <p:ph type="title" orient="vert"/>
          </p:nvPr>
        </p:nvSpPr>
        <p:spPr>
          <a:xfrm>
            <a:off x="7305675" y="225425"/>
            <a:ext cx="2266950" cy="4387850"/>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EF1E22D-E169-34A1-03B6-268A55914F33}"/>
              </a:ext>
            </a:extLst>
          </p:cNvPr>
          <p:cNvSpPr>
            <a:spLocks noGrp="1"/>
          </p:cNvSpPr>
          <p:nvPr>
            <p:ph type="body" orient="vert" idx="1"/>
          </p:nvPr>
        </p:nvSpPr>
        <p:spPr>
          <a:xfrm>
            <a:off x="503239" y="225425"/>
            <a:ext cx="6650037" cy="43878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FD582CE-36BF-703F-0471-CA7E37BC55A4}"/>
              </a:ext>
            </a:extLst>
          </p:cNvPr>
          <p:cNvSpPr>
            <a:spLocks noGrp="1"/>
          </p:cNvSpPr>
          <p:nvPr>
            <p:ph type="dt" idx="10"/>
          </p:nvPr>
        </p:nvSpPr>
        <p:spPr/>
        <p:txBody>
          <a:bodyPr/>
          <a:lstStyle>
            <a:lvl1pPr>
              <a:defRPr/>
            </a:lvl1pPr>
          </a:lstStyle>
          <a:p>
            <a:endParaRPr lang="en-GB" altLang="en-US"/>
          </a:p>
        </p:txBody>
      </p:sp>
      <p:sp>
        <p:nvSpPr>
          <p:cNvPr id="5" name="Footer Placeholder 4">
            <a:extLst>
              <a:ext uri="{FF2B5EF4-FFF2-40B4-BE49-F238E27FC236}">
                <a16:creationId xmlns:a16="http://schemas.microsoft.com/office/drawing/2014/main" id="{14FE908F-5259-2E1D-B973-071BA94479C2}"/>
              </a:ext>
            </a:extLst>
          </p:cNvPr>
          <p:cNvSpPr>
            <a:spLocks noGrp="1"/>
          </p:cNvSpPr>
          <p:nvPr>
            <p:ph type="ftr" idx="11"/>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941B546E-A709-3ABB-A34D-84CBE975F350}"/>
              </a:ext>
            </a:extLst>
          </p:cNvPr>
          <p:cNvSpPr>
            <a:spLocks noGrp="1"/>
          </p:cNvSpPr>
          <p:nvPr>
            <p:ph type="sldNum" idx="12"/>
          </p:nvPr>
        </p:nvSpPr>
        <p:spPr/>
        <p:txBody>
          <a:bodyPr/>
          <a:lstStyle>
            <a:lvl1pPr>
              <a:defRPr/>
            </a:lvl1pPr>
          </a:lstStyle>
          <a:p>
            <a:fld id="{73A5B625-6432-4F73-91C2-E559061C0D09}" type="slidenum">
              <a:rPr lang="en-GB" altLang="en-US"/>
              <a:pPr/>
              <a:t>‹#›</a:t>
            </a:fld>
            <a:endParaRPr lang="en-GB" altLang="en-US"/>
          </a:p>
        </p:txBody>
      </p:sp>
    </p:spTree>
    <p:extLst>
      <p:ext uri="{BB962C8B-B14F-4D97-AF65-F5344CB8AC3E}">
        <p14:creationId xmlns:p14="http://schemas.microsoft.com/office/powerpoint/2010/main" val="326050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BF264-108A-0C7E-D4C1-277341398452}"/>
              </a:ext>
            </a:extLst>
          </p:cNvPr>
          <p:cNvSpPr>
            <a:spLocks noGrp="1"/>
          </p:cNvSpPr>
          <p:nvPr>
            <p:ph type="title"/>
          </p:nvPr>
        </p:nvSpPr>
        <p:spPr>
          <a:xfrm>
            <a:off x="503239" y="225427"/>
            <a:ext cx="9069387" cy="944563"/>
          </a:xfrm>
        </p:spPr>
        <p:txBody>
          <a:bodyPr/>
          <a:lstStyle/>
          <a:p>
            <a:r>
              <a:rPr lang="en-GB"/>
              <a:t>Click to edit Master title style</a:t>
            </a:r>
          </a:p>
        </p:txBody>
      </p:sp>
      <p:sp>
        <p:nvSpPr>
          <p:cNvPr id="3" name="Date Placeholder 2">
            <a:extLst>
              <a:ext uri="{FF2B5EF4-FFF2-40B4-BE49-F238E27FC236}">
                <a16:creationId xmlns:a16="http://schemas.microsoft.com/office/drawing/2014/main" id="{3E84A306-DE93-ADF2-503C-15D84BB0B2D9}"/>
              </a:ext>
            </a:extLst>
          </p:cNvPr>
          <p:cNvSpPr>
            <a:spLocks noGrp="1"/>
          </p:cNvSpPr>
          <p:nvPr>
            <p:ph type="dt" idx="10"/>
          </p:nvPr>
        </p:nvSpPr>
        <p:spPr>
          <a:xfrm>
            <a:off x="503238" y="5165725"/>
            <a:ext cx="2346325" cy="388938"/>
          </a:xfrm>
        </p:spPr>
        <p:txBody>
          <a:bodyPr/>
          <a:lstStyle>
            <a:lvl1pPr>
              <a:defRPr/>
            </a:lvl1pPr>
          </a:lstStyle>
          <a:p>
            <a:endParaRPr lang="en-GB" altLang="en-US"/>
          </a:p>
        </p:txBody>
      </p:sp>
      <p:sp>
        <p:nvSpPr>
          <p:cNvPr id="4" name="Footer Placeholder 3">
            <a:extLst>
              <a:ext uri="{FF2B5EF4-FFF2-40B4-BE49-F238E27FC236}">
                <a16:creationId xmlns:a16="http://schemas.microsoft.com/office/drawing/2014/main" id="{BC710761-442F-492F-C3D6-64D7F19A4D12}"/>
              </a:ext>
            </a:extLst>
          </p:cNvPr>
          <p:cNvSpPr>
            <a:spLocks noGrp="1"/>
          </p:cNvSpPr>
          <p:nvPr>
            <p:ph type="ftr" idx="11"/>
          </p:nvPr>
        </p:nvSpPr>
        <p:spPr>
          <a:xfrm>
            <a:off x="3448050" y="5165725"/>
            <a:ext cx="3194050" cy="388938"/>
          </a:xfrm>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78F644BD-7029-AB8E-0C72-7584C86731E8}"/>
              </a:ext>
            </a:extLst>
          </p:cNvPr>
          <p:cNvSpPr>
            <a:spLocks noGrp="1"/>
          </p:cNvSpPr>
          <p:nvPr>
            <p:ph type="sldNum" idx="12"/>
          </p:nvPr>
        </p:nvSpPr>
        <p:spPr>
          <a:xfrm>
            <a:off x="7227888" y="5165725"/>
            <a:ext cx="2346325" cy="388938"/>
          </a:xfrm>
        </p:spPr>
        <p:txBody>
          <a:bodyPr/>
          <a:lstStyle>
            <a:lvl1pPr>
              <a:defRPr/>
            </a:lvl1pPr>
          </a:lstStyle>
          <a:p>
            <a:fld id="{F4EDD839-EC5F-4694-8B50-9993BCB5B73C}" type="slidenum">
              <a:rPr lang="en-GB" altLang="en-US"/>
              <a:pPr/>
              <a:t>‹#›</a:t>
            </a:fld>
            <a:endParaRPr lang="en-GB" altLang="en-US"/>
          </a:p>
        </p:txBody>
      </p:sp>
    </p:spTree>
    <p:extLst>
      <p:ext uri="{BB962C8B-B14F-4D97-AF65-F5344CB8AC3E}">
        <p14:creationId xmlns:p14="http://schemas.microsoft.com/office/powerpoint/2010/main" val="3984032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590667C7-B9C9-44AC-C96E-145D609C4E86}"/>
              </a:ext>
            </a:extLst>
          </p:cNvPr>
          <p:cNvSpPr>
            <a:spLocks noGrp="1" noChangeArrowheads="1"/>
          </p:cNvSpPr>
          <p:nvPr>
            <p:ph type="title"/>
          </p:nvPr>
        </p:nvSpPr>
        <p:spPr bwMode="auto">
          <a:xfrm>
            <a:off x="503239" y="225427"/>
            <a:ext cx="9069387" cy="944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40CDD2ED-A206-F908-6F0A-40FBAE7A66D3}"/>
              </a:ext>
            </a:extLst>
          </p:cNvPr>
          <p:cNvSpPr>
            <a:spLocks noGrp="1" noChangeArrowheads="1"/>
          </p:cNvSpPr>
          <p:nvPr>
            <p:ph type="body" idx="1"/>
          </p:nvPr>
        </p:nvSpPr>
        <p:spPr bwMode="auto">
          <a:xfrm>
            <a:off x="503239" y="1327150"/>
            <a:ext cx="9069387" cy="3286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448"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0571B0C8-07DF-49C3-6D5A-5CE51FC06554}"/>
              </a:ext>
            </a:extLst>
          </p:cNvPr>
          <p:cNvSpPr>
            <a:spLocks noGrp="1" noChangeArrowheads="1"/>
          </p:cNvSpPr>
          <p:nvPr>
            <p:ph type="dt"/>
          </p:nvPr>
        </p:nvSpPr>
        <p:spPr bwMode="auto">
          <a:xfrm>
            <a:off x="503238" y="5165725"/>
            <a:ext cx="23463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tabLst>
                <a:tab pos="449263" algn="l"/>
                <a:tab pos="898525" algn="l"/>
                <a:tab pos="1347788" algn="l"/>
                <a:tab pos="1797050" algn="l"/>
                <a:tab pos="2246313"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1028" name="Rectangle 4">
            <a:extLst>
              <a:ext uri="{FF2B5EF4-FFF2-40B4-BE49-F238E27FC236}">
                <a16:creationId xmlns:a16="http://schemas.microsoft.com/office/drawing/2014/main" id="{CFC0BA0B-33FA-9069-0281-0592A314E49F}"/>
              </a:ext>
            </a:extLst>
          </p:cNvPr>
          <p:cNvSpPr>
            <a:spLocks noGrp="1" noChangeArrowheads="1"/>
          </p:cNvSpPr>
          <p:nvPr>
            <p:ph type="ftr"/>
          </p:nvPr>
        </p:nvSpPr>
        <p:spPr bwMode="auto">
          <a:xfrm>
            <a:off x="3448050" y="5165725"/>
            <a:ext cx="319405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tabLst>
                <a:tab pos="449263" algn="l"/>
                <a:tab pos="898525" algn="l"/>
                <a:tab pos="1347788" algn="l"/>
                <a:tab pos="1797050" algn="l"/>
                <a:tab pos="2246313" algn="l"/>
                <a:tab pos="2695575" algn="l"/>
                <a:tab pos="3144838" algn="l"/>
              </a:tabLst>
              <a:defRPr sz="1400">
                <a:solidFill>
                  <a:srgbClr val="000000"/>
                </a:solidFill>
                <a:latin typeface="Times New Roman" panose="02020603050405020304" pitchFamily="18" charset="0"/>
                <a:cs typeface="Segoe UI" panose="020B0502040204020203" pitchFamily="34" charset="0"/>
              </a:defRPr>
            </a:lvl1pPr>
          </a:lstStyle>
          <a:p>
            <a:endParaRPr lang="en-GB" altLang="en-US"/>
          </a:p>
        </p:txBody>
      </p:sp>
      <p:sp>
        <p:nvSpPr>
          <p:cNvPr id="1029" name="Rectangle 5">
            <a:extLst>
              <a:ext uri="{FF2B5EF4-FFF2-40B4-BE49-F238E27FC236}">
                <a16:creationId xmlns:a16="http://schemas.microsoft.com/office/drawing/2014/main" id="{44CE0951-6CD9-5C19-8ED0-CE15A35EA80E}"/>
              </a:ext>
            </a:extLst>
          </p:cNvPr>
          <p:cNvSpPr>
            <a:spLocks noGrp="1" noChangeArrowheads="1"/>
          </p:cNvSpPr>
          <p:nvPr>
            <p:ph type="sldNum"/>
          </p:nvPr>
        </p:nvSpPr>
        <p:spPr bwMode="auto">
          <a:xfrm>
            <a:off x="7227888" y="5165725"/>
            <a:ext cx="23463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tabLst>
                <a:tab pos="449263" algn="l"/>
                <a:tab pos="898525" algn="l"/>
                <a:tab pos="1347788" algn="l"/>
                <a:tab pos="1797050" algn="l"/>
                <a:tab pos="2246313" algn="l"/>
              </a:tabLst>
              <a:defRPr sz="1400">
                <a:solidFill>
                  <a:srgbClr val="000000"/>
                </a:solidFill>
                <a:latin typeface="Times New Roman" panose="02020603050405020304" pitchFamily="18" charset="0"/>
                <a:cs typeface="Segoe UI" panose="020B0502040204020203" pitchFamily="34" charset="0"/>
              </a:defRPr>
            </a:lvl1pPr>
          </a:lstStyle>
          <a:p>
            <a:fld id="{B1E3DB51-ACD5-41CD-8381-9D7EDC2B95D3}"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p:titleStyle>
    <p:bodyStyle>
      <a:lvl1pPr marL="342900" indent="-342900" algn="l" defTabSz="449263" rtl="0" fontAlgn="base" hangingPunct="0">
        <a:lnSpc>
          <a:spcPct val="93000"/>
        </a:lnSpc>
        <a:spcBef>
          <a:spcPts val="1425"/>
        </a:spcBef>
        <a:spcAft>
          <a:spcPts val="13"/>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fontAlgn="base" hangingPunct="0">
        <a:lnSpc>
          <a:spcPct val="93000"/>
        </a:lnSpc>
        <a:spcBef>
          <a:spcPts val="1138"/>
        </a:spcBef>
        <a:spcAft>
          <a:spcPts val="13"/>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fontAlgn="base" hangingPunct="0">
        <a:lnSpc>
          <a:spcPct val="93000"/>
        </a:lnSpc>
        <a:spcBef>
          <a:spcPts val="863"/>
        </a:spcBef>
        <a:spcAft>
          <a:spcPts val="13"/>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fontAlgn="base" hangingPunct="0">
        <a:lnSpc>
          <a:spcPct val="93000"/>
        </a:lnSpc>
        <a:spcBef>
          <a:spcPts val="575"/>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fontAlgn="base" hangingPunct="0">
        <a:lnSpc>
          <a:spcPct val="93000"/>
        </a:lnSpc>
        <a:spcBef>
          <a:spcPts val="288"/>
        </a:spcBef>
        <a:spcAft>
          <a:spcPts val="13"/>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hyperlink" Target="https://en.wikipedia.org/wiki/Voting_at_the_Eurovision_Song_Contes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hyperlink" Target="https://en.wikipedia.org/wiki/Spearman%27s_rank_correlation_coefficient" TargetMode="External"/><Relationship Id="rId4" Type="http://schemas.openxmlformats.org/officeDocument/2006/relationships/hyperlink" Target="https://www.kaggle.com/datasets/diamondsnake/eurovision-song-contest-data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hyperlink" Target="https://eschome.net/index.html"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diamondsnake/eurovision-song-contest-data"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hyperlink" Target="https://eschome.net/index.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2725312"/>
            <a:ext cx="10080625" cy="2945238"/>
            <a:chOff x="0" y="3296011"/>
            <a:chExt cx="12192000" cy="3561989"/>
          </a:xfrm>
          <a:effectLst>
            <a:outerShdw blurRad="254000" dist="152400" dir="16200000" rotWithShape="0">
              <a:prstClr val="black">
                <a:alpha val="10000"/>
              </a:prstClr>
            </a:outerShdw>
          </a:effectLst>
        </p:grpSpPr>
        <p:grpSp>
          <p:nvGrpSpPr>
            <p:cNvPr id="10" name="Group 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4" name="Freeform: Shape 1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1" name="Group 1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2" name="Freeform: Shape 1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E4DA99CB-C26E-2028-67B6-69600F7A1255}"/>
              </a:ext>
            </a:extLst>
          </p:cNvPr>
          <p:cNvSpPr>
            <a:spLocks noGrp="1"/>
          </p:cNvSpPr>
          <p:nvPr>
            <p:ph type="title"/>
          </p:nvPr>
        </p:nvSpPr>
        <p:spPr>
          <a:xfrm>
            <a:off x="693042" y="926633"/>
            <a:ext cx="5805548" cy="2377078"/>
          </a:xfrm>
        </p:spPr>
        <p:txBody>
          <a:bodyPr vert="horz" wrap="square" lIns="91440" tIns="45720" rIns="91440" bIns="45720" numCol="1" rtlCol="0" anchor="ctr" anchorCtr="0" compatLnSpc="1">
            <a:prstTxWarp prst="textNoShape">
              <a:avLst/>
            </a:prstTxWarp>
            <a:normAutofit/>
          </a:bodyPr>
          <a:lstStyle/>
          <a:p>
            <a:pPr algn="l" defTabSz="914468"/>
            <a:r>
              <a:rPr lang="en-US" kern="1200" dirty="0">
                <a:solidFill>
                  <a:schemeClr val="accent1"/>
                </a:solidFill>
                <a:latin typeface="+mj-lt"/>
                <a:ea typeface="+mj-ea"/>
                <a:cs typeface="+mj-cs"/>
              </a:rPr>
              <a:t>Eurovision</a:t>
            </a:r>
            <a:r>
              <a:rPr lang="en-US" kern="1200" dirty="0">
                <a:solidFill>
                  <a:schemeClr val="bg1"/>
                </a:solidFill>
                <a:latin typeface="+mj-lt"/>
                <a:ea typeface="+mj-ea"/>
                <a:cs typeface="+mj-cs"/>
              </a:rPr>
              <a:t> </a:t>
            </a:r>
            <a:endParaRPr lang="en-US" kern="1200" dirty="0">
              <a:solidFill>
                <a:schemeClr val="bg1"/>
              </a:solidFill>
              <a:latin typeface="+mj-lt"/>
              <a:ea typeface="+mj-ea"/>
              <a:cs typeface="Arial"/>
            </a:endParaRPr>
          </a:p>
          <a:p>
            <a:pPr algn="l" defTabSz="914468"/>
            <a:r>
              <a:rPr lang="en-US" kern="1200" dirty="0">
                <a:solidFill>
                  <a:schemeClr val="bg1"/>
                </a:solidFill>
                <a:latin typeface="+mj-lt"/>
                <a:ea typeface="+mj-ea"/>
                <a:cs typeface="+mj-cs"/>
              </a:rPr>
              <a:t>Trends</a:t>
            </a:r>
            <a:endParaRPr lang="en-US" kern="1200" dirty="0">
              <a:solidFill>
                <a:schemeClr val="bg1"/>
              </a:solidFill>
              <a:latin typeface="+mj-lt"/>
              <a:ea typeface="+mj-ea"/>
              <a:cs typeface="Arial"/>
            </a:endParaRPr>
          </a:p>
          <a:p>
            <a:pPr algn="l" defTabSz="914468"/>
            <a:r>
              <a:rPr lang="en-US" kern="1200" dirty="0">
                <a:solidFill>
                  <a:schemeClr val="bg1"/>
                </a:solidFill>
                <a:latin typeface="+mj-lt"/>
                <a:ea typeface="+mj-ea"/>
                <a:cs typeface="+mj-cs"/>
              </a:rPr>
              <a:t>from </a:t>
            </a:r>
            <a:r>
              <a:rPr lang="en-US" kern="1200" dirty="0">
                <a:solidFill>
                  <a:schemeClr val="accent1"/>
                </a:solidFill>
                <a:latin typeface="+mj-lt"/>
                <a:ea typeface="+mj-ea"/>
                <a:cs typeface="+mj-cs"/>
              </a:rPr>
              <a:t>2016</a:t>
            </a:r>
            <a:r>
              <a:rPr lang="en-US" kern="1200" dirty="0">
                <a:solidFill>
                  <a:schemeClr val="bg1"/>
                </a:solidFill>
                <a:latin typeface="+mj-lt"/>
                <a:ea typeface="+mj-ea"/>
                <a:cs typeface="+mj-cs"/>
              </a:rPr>
              <a:t> to </a:t>
            </a:r>
            <a:r>
              <a:rPr lang="en-US" kern="1200" dirty="0">
                <a:solidFill>
                  <a:schemeClr val="accent1"/>
                </a:solidFill>
                <a:latin typeface="+mj-lt"/>
                <a:ea typeface="+mj-ea"/>
                <a:cs typeface="+mj-cs"/>
              </a:rPr>
              <a:t>2022</a:t>
            </a:r>
            <a:endParaRPr lang="en-US" kern="1200" dirty="0">
              <a:solidFill>
                <a:schemeClr val="accent1"/>
              </a:solidFill>
              <a:latin typeface="+mj-lt"/>
              <a:ea typeface="+mj-ea"/>
              <a:cs typeface="Arial"/>
            </a:endParaRPr>
          </a:p>
        </p:txBody>
      </p:sp>
    </p:spTree>
    <p:extLst>
      <p:ext uri="{BB962C8B-B14F-4D97-AF65-F5344CB8AC3E}">
        <p14:creationId xmlns:p14="http://schemas.microsoft.com/office/powerpoint/2010/main" val="25332348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8DE5B37A-83E8-EDA7-599F-0C1A006A9D6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56" y="-58283"/>
            <a:ext cx="3788665" cy="5788354"/>
            <a:chOff x="-2" y="-61195"/>
            <a:chExt cx="4582198" cy="6919196"/>
          </a:xfrm>
          <a:effectLst>
            <a:outerShdw blurRad="381000" dist="50800" algn="ctr" rotWithShape="0">
              <a:srgbClr val="000000">
                <a:alpha val="10000"/>
              </a:srgbClr>
            </a:outerShdw>
          </a:effectLst>
        </p:grpSpPr>
        <p:grpSp>
          <p:nvGrpSpPr>
            <p:cNvPr id="19" name="Group 18">
              <a:extLst>
                <a:ext uri="{FF2B5EF4-FFF2-40B4-BE49-F238E27FC236}">
                  <a16:creationId xmlns:a16="http://schemas.microsoft.com/office/drawing/2014/main" id="{DF0EAE3E-1405-2A9B-96B0-B25E6101474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61195"/>
              <a:ext cx="4582198" cy="6919196"/>
              <a:chOff x="-2" y="-61195"/>
              <a:chExt cx="4582198" cy="6919196"/>
            </a:xfrm>
            <a:effectLst/>
          </p:grpSpPr>
          <p:sp>
            <p:nvSpPr>
              <p:cNvPr id="27" name="Freeform: Shape 26">
                <a:extLst>
                  <a:ext uri="{FF2B5EF4-FFF2-40B4-BE49-F238E27FC236}">
                    <a16:creationId xmlns:a16="http://schemas.microsoft.com/office/drawing/2014/main" id="{84E3DA8C-1FF8-A1B1-08CD-50A3D58BF0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94" y="-61195"/>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8FE80EF6-0EDD-F743-AA15-56F357A441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0" name="Group 19">
              <a:extLst>
                <a:ext uri="{FF2B5EF4-FFF2-40B4-BE49-F238E27FC236}">
                  <a16:creationId xmlns:a16="http://schemas.microsoft.com/office/drawing/2014/main" id="{5815E4B9-1D77-94AE-D297-37277FE96CC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1" name="Group 20">
                <a:extLst>
                  <a:ext uri="{FF2B5EF4-FFF2-40B4-BE49-F238E27FC236}">
                    <a16:creationId xmlns:a16="http://schemas.microsoft.com/office/drawing/2014/main" id="{C8B1CAB3-A5BF-E031-4F7C-59B57A5AA8E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5" name="Freeform: Shape 24">
                  <a:extLst>
                    <a:ext uri="{FF2B5EF4-FFF2-40B4-BE49-F238E27FC236}">
                      <a16:creationId xmlns:a16="http://schemas.microsoft.com/office/drawing/2014/main" id="{A9363CFA-41D4-8C6F-608C-D2C7759D47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A3B8437E-730B-1492-6BA4-F30B6CC8F6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2" name="Group 21">
                <a:extLst>
                  <a:ext uri="{FF2B5EF4-FFF2-40B4-BE49-F238E27FC236}">
                    <a16:creationId xmlns:a16="http://schemas.microsoft.com/office/drawing/2014/main" id="{3BC1F3BE-9A38-F136-DB24-5F03CA7DD61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23" name="Freeform: Shape 22">
                  <a:extLst>
                    <a:ext uri="{FF2B5EF4-FFF2-40B4-BE49-F238E27FC236}">
                      <a16:creationId xmlns:a16="http://schemas.microsoft.com/office/drawing/2014/main" id="{65680D2D-54F3-9939-68A4-9ECE30E49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ACC0BF2F-58F5-7AAB-530F-2A72B7DCFA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9" name="Rectangle 1">
            <a:extLst>
              <a:ext uri="{FF2B5EF4-FFF2-40B4-BE49-F238E27FC236}">
                <a16:creationId xmlns:a16="http://schemas.microsoft.com/office/drawing/2014/main" id="{51F13AC5-33D0-06CD-3AB4-711ECE0791C1}"/>
              </a:ext>
            </a:extLst>
          </p:cNvPr>
          <p:cNvSpPr txBox="1">
            <a:spLocks noGrp="1" noChangeArrowheads="1"/>
          </p:cNvSpPr>
          <p:nvPr>
            <p:ph type="title" idx="4294967295"/>
          </p:nvPr>
        </p:nvSpPr>
        <p:spPr bwMode="auto">
          <a:xfrm>
            <a:off x="547006" y="1420600"/>
            <a:ext cx="2695961" cy="2594394"/>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a:lstStyle>
          <a:p>
            <a:pPr algn="l" defTabSz="914468" hangingPunct="1">
              <a:lnSpc>
                <a:spcPct val="90000"/>
              </a:lnSpc>
              <a:spcBef>
                <a:spcPct val="0"/>
              </a:spcBef>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defRPr/>
            </a:pPr>
            <a:r>
              <a:rPr lang="en-US" altLang="en-US" dirty="0">
                <a:solidFill>
                  <a:schemeClr val="tx1"/>
                </a:solidFill>
              </a:rPr>
              <a:t>About the Project</a:t>
            </a:r>
            <a:endParaRPr lang="en-US" dirty="0">
              <a:solidFill>
                <a:schemeClr val="tx1"/>
              </a:solidFill>
              <a:cs typeface="Arial"/>
            </a:endParaRPr>
          </a:p>
        </p:txBody>
      </p:sp>
      <p:graphicFrame>
        <p:nvGraphicFramePr>
          <p:cNvPr id="4126" name="TextBox 29" descr="Topic is on Eurovision result comparison and the data comes from eschome and kaggle.">
            <a:extLst>
              <a:ext uri="{FF2B5EF4-FFF2-40B4-BE49-F238E27FC236}">
                <a16:creationId xmlns:a16="http://schemas.microsoft.com/office/drawing/2014/main" id="{24B081E3-6A76-8067-B816-F2CF555738FC}"/>
              </a:ext>
            </a:extLst>
          </p:cNvPr>
          <p:cNvGraphicFramePr/>
          <p:nvPr>
            <p:extLst>
              <p:ext uri="{D42A27DB-BD31-4B8C-83A1-F6EECF244321}">
                <p14:modId xmlns:p14="http://schemas.microsoft.com/office/powerpoint/2010/main" val="3292986789"/>
              </p:ext>
            </p:extLst>
          </p:nvPr>
        </p:nvGraphicFramePr>
        <p:xfrm>
          <a:off x="4373882" y="372487"/>
          <a:ext cx="5444767" cy="49294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overrideClrMapping bg1="dk1" tx1="lt1" bg2="dk2"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Rectangle 5126">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29" name="Group 5128">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2725312"/>
            <a:ext cx="10080625" cy="2945238"/>
            <a:chOff x="0" y="3296011"/>
            <a:chExt cx="12192000" cy="3561989"/>
          </a:xfrm>
          <a:effectLst>
            <a:outerShdw blurRad="254000" dist="152400" dir="16200000" rotWithShape="0">
              <a:prstClr val="black">
                <a:alpha val="10000"/>
              </a:prstClr>
            </a:outerShdw>
          </a:effectLst>
        </p:grpSpPr>
        <p:grpSp>
          <p:nvGrpSpPr>
            <p:cNvPr id="5130" name="Group 5129">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5134" name="Freeform: Shape 5133">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35" name="Freeform: Shape 5134">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5131" name="Group 5130">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5132" name="Freeform: Shape 5131">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33" name="Freeform: Shape 5132">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5122" name="Rectangle 2">
            <a:extLst>
              <a:ext uri="{FF2B5EF4-FFF2-40B4-BE49-F238E27FC236}">
                <a16:creationId xmlns:a16="http://schemas.microsoft.com/office/drawing/2014/main" id="{7245043F-C597-9160-A958-419B11CED51B}"/>
              </a:ext>
            </a:extLst>
          </p:cNvPr>
          <p:cNvSpPr>
            <a:spLocks noGrp="1" noChangeArrowheads="1"/>
          </p:cNvSpPr>
          <p:nvPr>
            <p:ph type="title"/>
          </p:nvPr>
        </p:nvSpPr>
        <p:spPr>
          <a:xfrm>
            <a:off x="693042" y="926633"/>
            <a:ext cx="5805548" cy="1908642"/>
          </a:xfrm>
        </p:spPr>
        <p:txBody>
          <a:bodyPr vert="horz" wrap="square" lIns="91440" tIns="45720" rIns="91440" bIns="45720" numCol="1" rtlCol="0" anchor="b" anchorCtr="0" compatLnSpc="1">
            <a:prstTxWarp prst="textNoShape">
              <a:avLst/>
            </a:prstTxWarp>
            <a:normAutofit/>
          </a:bodyPr>
          <a:lstStyle/>
          <a:p>
            <a:pPr algn="l" defTabSz="914468">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pPr>
            <a:r>
              <a:rPr lang="en-US" altLang="en-US" sz="4101" dirty="0">
                <a:solidFill>
                  <a:schemeClr val="bg1"/>
                </a:solidFill>
              </a:rPr>
              <a:t>How are </a:t>
            </a:r>
            <a:r>
              <a:rPr lang="en-US" altLang="en-US" sz="4101" b="1" dirty="0">
                <a:solidFill>
                  <a:schemeClr val="bg1"/>
                </a:solidFill>
              </a:rPr>
              <a:t>Poll</a:t>
            </a:r>
            <a:r>
              <a:rPr lang="en-US" altLang="en-US" sz="4101" dirty="0">
                <a:solidFill>
                  <a:schemeClr val="bg1"/>
                </a:solidFill>
              </a:rPr>
              <a:t> opinions </a:t>
            </a:r>
            <a:r>
              <a:rPr lang="en-US" altLang="en-US" sz="4101" b="1" dirty="0">
                <a:solidFill>
                  <a:schemeClr val="bg1"/>
                </a:solidFill>
              </a:rPr>
              <a:t>compared</a:t>
            </a:r>
            <a:r>
              <a:rPr lang="en-US" altLang="en-US" sz="4101" dirty="0">
                <a:solidFill>
                  <a:schemeClr val="bg1"/>
                </a:solidFill>
              </a:rPr>
              <a:t> to the </a:t>
            </a:r>
            <a:r>
              <a:rPr lang="en-US" altLang="en-US" sz="4101" b="1" dirty="0">
                <a:solidFill>
                  <a:schemeClr val="bg1"/>
                </a:solidFill>
              </a:rPr>
              <a:t>Public</a:t>
            </a:r>
            <a:r>
              <a:rPr lang="en-US" altLang="en-US" sz="4101" dirty="0">
                <a:solidFill>
                  <a:schemeClr val="bg1"/>
                </a:solidFill>
              </a:rPr>
              <a:t> over the years?</a:t>
            </a: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F91530-E454-9BF4-73C3-CC41D7418C6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3B0E691-8B1B-E1F8-9296-86BAC397BCE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56" y="-66697"/>
            <a:ext cx="3788665" cy="5830358"/>
            <a:chOff x="-2" y="-61195"/>
            <a:chExt cx="4582198" cy="6919196"/>
          </a:xfrm>
          <a:effectLst>
            <a:outerShdw blurRad="381000" dist="50800" algn="ctr" rotWithShape="0">
              <a:srgbClr val="000000">
                <a:alpha val="10000"/>
              </a:srgbClr>
            </a:outerShdw>
          </a:effectLst>
        </p:grpSpPr>
        <p:grpSp>
          <p:nvGrpSpPr>
            <p:cNvPr id="19" name="Group 18">
              <a:extLst>
                <a:ext uri="{FF2B5EF4-FFF2-40B4-BE49-F238E27FC236}">
                  <a16:creationId xmlns:a16="http://schemas.microsoft.com/office/drawing/2014/main" id="{0416DD43-E019-FA54-6178-7F979F7530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61195"/>
              <a:ext cx="4582198" cy="6919196"/>
              <a:chOff x="-2" y="-61195"/>
              <a:chExt cx="4582198" cy="6919196"/>
            </a:xfrm>
            <a:effectLst/>
          </p:grpSpPr>
          <p:sp>
            <p:nvSpPr>
              <p:cNvPr id="27" name="Freeform: Shape 26">
                <a:extLst>
                  <a:ext uri="{FF2B5EF4-FFF2-40B4-BE49-F238E27FC236}">
                    <a16:creationId xmlns:a16="http://schemas.microsoft.com/office/drawing/2014/main" id="{C89DFFED-D6C9-36ED-4D6C-A4D863E55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94" y="-61195"/>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C2D372EA-C2F6-A82B-1821-E2D31DD08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0" name="Group 19">
              <a:extLst>
                <a:ext uri="{FF2B5EF4-FFF2-40B4-BE49-F238E27FC236}">
                  <a16:creationId xmlns:a16="http://schemas.microsoft.com/office/drawing/2014/main" id="{0706B4B0-4C0D-56FE-08CB-C0BAD69F588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21" name="Group 20">
                <a:extLst>
                  <a:ext uri="{FF2B5EF4-FFF2-40B4-BE49-F238E27FC236}">
                    <a16:creationId xmlns:a16="http://schemas.microsoft.com/office/drawing/2014/main" id="{0861B6F3-2012-1EE8-1981-2D3AB04E7B1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25" name="Freeform: Shape 24">
                  <a:extLst>
                    <a:ext uri="{FF2B5EF4-FFF2-40B4-BE49-F238E27FC236}">
                      <a16:creationId xmlns:a16="http://schemas.microsoft.com/office/drawing/2014/main" id="{4242EA23-110D-61D2-EDAB-41FAF0D62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85A2A158-91E2-395D-1CDE-4AF6323987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2" name="Group 21">
                <a:extLst>
                  <a:ext uri="{FF2B5EF4-FFF2-40B4-BE49-F238E27FC236}">
                    <a16:creationId xmlns:a16="http://schemas.microsoft.com/office/drawing/2014/main" id="{F543E469-658D-7F6F-B0B7-59F57EFE624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3">
                  <a:alphaModFix amt="57000"/>
                </a:blip>
                <a:tile tx="0" ty="0" sx="100000" sy="100000" flip="none" algn="tl"/>
              </a:blipFill>
              <a:effectLst/>
            </p:grpSpPr>
            <p:sp>
              <p:nvSpPr>
                <p:cNvPr id="23" name="Freeform: Shape 22">
                  <a:extLst>
                    <a:ext uri="{FF2B5EF4-FFF2-40B4-BE49-F238E27FC236}">
                      <a16:creationId xmlns:a16="http://schemas.microsoft.com/office/drawing/2014/main" id="{38711795-F86F-8E7A-2A81-658AB8B3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1A5DD890-892A-6AAA-DA91-81CD8C801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sp>
        <p:nvSpPr>
          <p:cNvPr id="29" name="Rectangle 1">
            <a:extLst>
              <a:ext uri="{FF2B5EF4-FFF2-40B4-BE49-F238E27FC236}">
                <a16:creationId xmlns:a16="http://schemas.microsoft.com/office/drawing/2014/main" id="{A341874E-9532-080B-3AA5-9D4F8228FA26}"/>
              </a:ext>
            </a:extLst>
          </p:cNvPr>
          <p:cNvSpPr txBox="1">
            <a:spLocks noGrp="1" noChangeArrowheads="1"/>
          </p:cNvSpPr>
          <p:nvPr>
            <p:ph type="title" idx="4294967295"/>
          </p:nvPr>
        </p:nvSpPr>
        <p:spPr bwMode="auto">
          <a:xfrm>
            <a:off x="152654" y="1420600"/>
            <a:ext cx="3090313" cy="2594394"/>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2pPr>
            <a:lvl3pPr marL="1143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3pPr>
            <a:lvl4pPr marL="1600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4pPr>
            <a:lvl5pPr marL="20574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5pPr>
            <a:lvl6pPr marL="25146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6pPr>
            <a:lvl7pPr marL="29718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7pPr>
            <a:lvl8pPr marL="34290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8pPr>
            <a:lvl9pPr marL="3886200" indent="-228600" algn="ctr" defTabSz="449263" rtl="0" fontAlgn="base" hangingPunct="0">
              <a:lnSpc>
                <a:spcPct val="93000"/>
              </a:lnSpc>
              <a:spcBef>
                <a:spcPts val="13"/>
              </a:spcBef>
              <a:spcAft>
                <a:spcPts val="13"/>
              </a:spcAft>
              <a:buClr>
                <a:srgbClr val="000000"/>
              </a:buClr>
              <a:buSzPct val="100000"/>
              <a:buFont typeface="Times New Roman" panose="02020603050405020304" pitchFamily="18" charset="0"/>
              <a:defRPr sz="4400">
                <a:solidFill>
                  <a:srgbClr val="000000"/>
                </a:solidFill>
                <a:latin typeface="Arial" panose="020B0604020202020204" pitchFamily="34" charset="0"/>
                <a:ea typeface="Microsoft YaHei" panose="020B0503020204020204" pitchFamily="34" charset="-122"/>
              </a:defRPr>
            </a:lvl9pPr>
          </a:lstStyle>
          <a:p>
            <a:pPr algn="l" defTabSz="914468">
              <a:lnSpc>
                <a:spcPct val="90000"/>
              </a:lnSpc>
              <a:spcBef>
                <a:spcPct val="0"/>
              </a:spcBef>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defRPr/>
            </a:pPr>
            <a:r>
              <a:rPr lang="en-US" dirty="0">
                <a:solidFill>
                  <a:schemeClr val="tx1"/>
                </a:solidFill>
                <a:ea typeface="+mj-lt"/>
                <a:cs typeface="+mj-lt"/>
              </a:rPr>
              <a:t>How Eurovision is Scored</a:t>
            </a:r>
            <a:endParaRPr lang="en-US" dirty="0"/>
          </a:p>
        </p:txBody>
      </p:sp>
      <p:graphicFrame>
        <p:nvGraphicFramePr>
          <p:cNvPr id="4184" name="Diagram 4183" descr="explain what poll, public, Jury anf Final votes are">
            <a:extLst>
              <a:ext uri="{FF2B5EF4-FFF2-40B4-BE49-F238E27FC236}">
                <a16:creationId xmlns:a16="http://schemas.microsoft.com/office/drawing/2014/main" id="{690C1AB3-FF53-62D7-3352-114AFD8088DB}"/>
              </a:ext>
            </a:extLst>
          </p:cNvPr>
          <p:cNvGraphicFramePr/>
          <p:nvPr>
            <p:extLst>
              <p:ext uri="{D42A27DB-BD31-4B8C-83A1-F6EECF244321}">
                <p14:modId xmlns:p14="http://schemas.microsoft.com/office/powerpoint/2010/main" val="2195637153"/>
              </p:ext>
            </p:extLst>
          </p:nvPr>
        </p:nvGraphicFramePr>
        <p:xfrm>
          <a:off x="4372435" y="143644"/>
          <a:ext cx="5319625" cy="56201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590" name="Footer Placeholder 4589">
            <a:extLst>
              <a:ext uri="{FF2B5EF4-FFF2-40B4-BE49-F238E27FC236}">
                <a16:creationId xmlns:a16="http://schemas.microsoft.com/office/drawing/2014/main" id="{6BDAC9DF-9475-12E3-42E1-2CBEACEB09AA}"/>
              </a:ext>
              <a:ext uri="{C183D7F6-B498-43B3-948B-1728B52AA6E4}">
                <adec:decorative xmlns:adec="http://schemas.microsoft.com/office/drawing/2017/decorative" val="0"/>
              </a:ext>
            </a:extLst>
          </p:cNvPr>
          <p:cNvSpPr>
            <a:spLocks noGrp="1"/>
          </p:cNvSpPr>
          <p:nvPr>
            <p:ph type="ftr" idx="11"/>
          </p:nvPr>
        </p:nvSpPr>
        <p:spPr>
          <a:xfrm>
            <a:off x="151782" y="3580322"/>
            <a:ext cx="2839753" cy="338309"/>
          </a:xfrm>
        </p:spPr>
        <p:txBody>
          <a:bodyPr/>
          <a:lstStyle/>
          <a:p>
            <a:r>
              <a:rPr lang="en-GB" sz="1000">
                <a:solidFill>
                  <a:schemeClr val="tx1"/>
                </a:solidFill>
                <a:latin typeface="Times New Roman"/>
                <a:ea typeface="Microsoft YaHei"/>
                <a:cs typeface="Times New Roman"/>
                <a:hlinkClick r:id="rId9">
                  <a:extLst>
                    <a:ext uri="{A12FA001-AC4F-418D-AE19-62706E023703}">
                      <ahyp:hlinkClr xmlns:ahyp="http://schemas.microsoft.com/office/drawing/2018/hyperlinkcolor" val="tx"/>
                    </a:ext>
                  </a:extLst>
                </a:hlinkClick>
              </a:rPr>
              <a:t>https://en.wikipedia.org/wiki/Voting_at_the_Eurovision_Song_Contest</a:t>
            </a:r>
            <a:endParaRPr lang="en-GB" sz="1000">
              <a:solidFill>
                <a:schemeClr val="tx1"/>
              </a:solidFill>
              <a:latin typeface="Times New Roman"/>
              <a:ea typeface="Microsoft YaHei"/>
              <a:cs typeface="Times New Roman"/>
            </a:endParaRPr>
          </a:p>
        </p:txBody>
      </p:sp>
    </p:spTree>
    <p:extLst>
      <p:ext uri="{BB962C8B-B14F-4D97-AF65-F5344CB8AC3E}">
        <p14:creationId xmlns:p14="http://schemas.microsoft.com/office/powerpoint/2010/main" val="1813611777"/>
      </p:ext>
    </p:extLst>
  </p:cSld>
  <p:clrMapOvr>
    <a:overrideClrMapping bg1="dk1" tx1="lt1" bg2="dk2" tx2="lt2" accent1="accent1" accent2="accent2" accent3="accent3" accent4="accent4" accent5="accent5" accent6="accent6" hlink="hlink" folHlink="folHlink"/>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581D196-3B4F-FD13-360F-CEEE6C319FB3}"/>
              </a:ext>
            </a:extLst>
          </p:cNvPr>
          <p:cNvSpPr>
            <a:spLocks noGrp="1"/>
          </p:cNvSpPr>
          <p:nvPr>
            <p:ph type="title"/>
          </p:nvPr>
        </p:nvSpPr>
        <p:spPr>
          <a:xfrm>
            <a:off x="253375" y="-122648"/>
            <a:ext cx="9069387" cy="533783"/>
          </a:xfrm>
        </p:spPr>
        <p:txBody>
          <a:bodyPr/>
          <a:lstStyle/>
          <a:p>
            <a:r>
              <a:rPr lang="en-GB" sz="2400" dirty="0">
                <a:solidFill>
                  <a:schemeClr val="bg1"/>
                </a:solidFill>
                <a:cs typeface="Arial"/>
              </a:rPr>
              <a:t>Poll vs Public Similarity By Year (2016-2022)</a:t>
            </a:r>
            <a:endParaRPr lang="en-US" sz="2400" dirty="0">
              <a:solidFill>
                <a:schemeClr val="bg1"/>
              </a:solidFill>
              <a:cs typeface="Arial"/>
            </a:endParaRPr>
          </a:p>
        </p:txBody>
      </p:sp>
      <p:sp>
        <p:nvSpPr>
          <p:cNvPr id="4" name="TextBox 3">
            <a:extLst>
              <a:ext uri="{FF2B5EF4-FFF2-40B4-BE49-F238E27FC236}">
                <a16:creationId xmlns:a16="http://schemas.microsoft.com/office/drawing/2014/main" id="{F176D038-E654-5B64-CB07-29F6182E1B47}"/>
              </a:ext>
            </a:extLst>
          </p:cNvPr>
          <p:cNvSpPr txBox="1"/>
          <p:nvPr/>
        </p:nvSpPr>
        <p:spPr>
          <a:xfrm>
            <a:off x="559019" y="264223"/>
            <a:ext cx="8970888" cy="378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chemeClr val="bg1"/>
                </a:solidFill>
                <a:latin typeface="Arial"/>
                <a:ea typeface="Microsoft YaHei"/>
                <a:cs typeface="Arial"/>
              </a:rPr>
              <a:t>Each point shows similarity between Poll prediction and what the Public voted</a:t>
            </a:r>
            <a:endParaRPr lang="en-GB" sz="2000">
              <a:solidFill>
                <a:schemeClr val="bg1"/>
              </a:solidFill>
            </a:endParaRPr>
          </a:p>
        </p:txBody>
      </p:sp>
      <p:pic>
        <p:nvPicPr>
          <p:cNvPr id="3" name="Picture 2" descr="The polls were a moderate predictor of how the public would vote, though this varied year to year. The weakest year was 2018 (ρ ≈ 0.46), in which polls were unable to predict the spectale that happened that year&#10;">
            <a:extLst>
              <a:ext uri="{FF2B5EF4-FFF2-40B4-BE49-F238E27FC236}">
                <a16:creationId xmlns:a16="http://schemas.microsoft.com/office/drawing/2014/main" id="{99266DD8-694A-AEF2-8ABE-DA255E5314AD}"/>
              </a:ext>
            </a:extLst>
          </p:cNvPr>
          <p:cNvPicPr>
            <a:picLocks noChangeAspect="1"/>
          </p:cNvPicPr>
          <p:nvPr/>
        </p:nvPicPr>
        <p:blipFill>
          <a:blip r:embed="rId3"/>
          <a:stretch>
            <a:fillRect/>
          </a:stretch>
        </p:blipFill>
        <p:spPr>
          <a:xfrm>
            <a:off x="921449" y="641260"/>
            <a:ext cx="8229612" cy="4706029"/>
          </a:xfrm>
          <a:prstGeom prst="rect">
            <a:avLst/>
          </a:prstGeom>
        </p:spPr>
      </p:pic>
      <p:sp>
        <p:nvSpPr>
          <p:cNvPr id="7" name="TextBox 6">
            <a:extLst>
              <a:ext uri="{FF2B5EF4-FFF2-40B4-BE49-F238E27FC236}">
                <a16:creationId xmlns:a16="http://schemas.microsoft.com/office/drawing/2014/main" id="{26E74E17-680A-9396-D782-C13EB5AFC90D}"/>
              </a:ext>
            </a:extLst>
          </p:cNvPr>
          <p:cNvSpPr txBox="1"/>
          <p:nvPr/>
        </p:nvSpPr>
        <p:spPr>
          <a:xfrm>
            <a:off x="2311464" y="2771982"/>
            <a:ext cx="5463501" cy="1022716"/>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a:ea typeface="+mn-lt"/>
                <a:cs typeface="+mn-lt"/>
              </a:rPr>
              <a:t>The polls were a moderate predictor of how the public would vote, though this varied year to year. The weakest year was 2018 (ρ ≈ 0.46), where an unusually performance-heavy lineup meant the live spectacle on the night drove televoting decisions more than the songs themselves; something polls were poorly equipped to capture.</a:t>
            </a:r>
            <a:endParaRPr lang="en-US" sz="1300">
              <a:ea typeface="+mn-lt"/>
              <a:cs typeface="+mn-lt"/>
            </a:endParaRPr>
          </a:p>
        </p:txBody>
      </p:sp>
      <p:sp>
        <p:nvSpPr>
          <p:cNvPr id="2" name="Footer Placeholder 1">
            <a:extLst>
              <a:ext uri="{FF2B5EF4-FFF2-40B4-BE49-F238E27FC236}">
                <a16:creationId xmlns:a16="http://schemas.microsoft.com/office/drawing/2014/main" id="{7A3AE206-FDB5-0F8F-0D2C-E1DA59C15F80}"/>
              </a:ext>
            </a:extLst>
          </p:cNvPr>
          <p:cNvSpPr>
            <a:spLocks noGrp="1"/>
          </p:cNvSpPr>
          <p:nvPr>
            <p:ph type="ftr" idx="11"/>
          </p:nvPr>
        </p:nvSpPr>
        <p:spPr>
          <a:xfrm>
            <a:off x="1108177" y="5165725"/>
            <a:ext cx="7363803" cy="496098"/>
          </a:xfrm>
        </p:spPr>
        <p:txBody>
          <a:bodyPr/>
          <a:lstStyle/>
          <a:p>
            <a:endParaRPr lang="en-GB" sz="1100">
              <a:solidFill>
                <a:schemeClr val="bg1"/>
              </a:solidFill>
            </a:endParaRPr>
          </a:p>
          <a:p>
            <a:r>
              <a:rPr lang="en-GB" sz="1000">
                <a:solidFill>
                  <a:schemeClr val="bg1"/>
                </a:solidFill>
                <a:latin typeface="Times New Roman"/>
                <a:ea typeface="Microsoft YaHei"/>
                <a:cs typeface="Segoe UI"/>
              </a:rPr>
              <a:t>Kaggle - </a:t>
            </a:r>
            <a:r>
              <a:rPr lang="en-GB" sz="1000">
                <a:solidFill>
                  <a:schemeClr val="bg1"/>
                </a:solidFill>
                <a:latin typeface="Times New Roman"/>
                <a:ea typeface="Microsoft YaHei"/>
                <a:cs typeface="Times New Roman"/>
                <a:hlinkClick r:id="rId4">
                  <a:extLst>
                    <a:ext uri="{A12FA001-AC4F-418D-AE19-62706E023703}">
                      <ahyp:hlinkClr xmlns:ahyp="http://schemas.microsoft.com/office/drawing/2018/hyperlinkcolor" val="tx"/>
                    </a:ext>
                  </a:extLst>
                </a:hlinkClick>
              </a:rPr>
              <a:t>https://www.kaggle.com/datasets/diamondsnake/eurovision-song-contest-datal</a:t>
            </a:r>
            <a:endParaRPr lang="en-GB" sz="1000">
              <a:solidFill>
                <a:schemeClr val="bg1"/>
              </a:solidFill>
              <a:latin typeface="Times New Roman"/>
              <a:ea typeface="Microsoft YaHei"/>
              <a:cs typeface="Times New Roman"/>
              <a:hlinkClick r:id="" action="ppaction://noaction">
                <a:extLst>
                  <a:ext uri="{A12FA001-AC4F-418D-AE19-62706E023703}">
                    <ahyp:hlinkClr xmlns:ahyp="http://schemas.microsoft.com/office/drawing/2018/hyperlinkcolor" val="tx"/>
                  </a:ext>
                </a:extLst>
              </a:hlinkClick>
            </a:endParaRPr>
          </a:p>
          <a:p>
            <a:r>
              <a:rPr lang="en-GB" sz="1000">
                <a:solidFill>
                  <a:schemeClr val="bg1"/>
                </a:solidFill>
                <a:latin typeface="Times New Roman"/>
                <a:ea typeface="Microsoft YaHei"/>
                <a:cs typeface="Times New Roman"/>
              </a:rPr>
              <a:t>Spearman Similarity - </a:t>
            </a:r>
            <a:r>
              <a:rPr lang="en-GB" sz="1000">
                <a:solidFill>
                  <a:schemeClr val="bg1"/>
                </a:solidFill>
                <a:latin typeface="Times New Roman"/>
                <a:ea typeface="Microsoft YaHei"/>
                <a:cs typeface="Times New Roman"/>
                <a:hlinkClick r:id="rId5">
                  <a:extLst>
                    <a:ext uri="{A12FA001-AC4F-418D-AE19-62706E023703}">
                      <ahyp:hlinkClr xmlns:ahyp="http://schemas.microsoft.com/office/drawing/2018/hyperlinkcolor" val="tx"/>
                    </a:ext>
                  </a:extLst>
                </a:hlinkClick>
              </a:rPr>
              <a:t>https://en.wikipedia.org/wiki/Spearman%27s_rank_correlation_coefficient</a:t>
            </a:r>
            <a:endParaRPr lang="en-GB" sz="1000">
              <a:solidFill>
                <a:schemeClr val="bg1"/>
              </a:solidFill>
              <a:latin typeface="Times New Roman"/>
              <a:cs typeface="Times New Roman"/>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176" name="Rectangle 7175">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394404" y="1235888"/>
            <a:ext cx="9291816" cy="319874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169" name="Group 1">
            <a:extLst>
              <a:ext uri="{FF2B5EF4-FFF2-40B4-BE49-F238E27FC236}">
                <a16:creationId xmlns:a16="http://schemas.microsoft.com/office/drawing/2014/main" id="{2D1A4E75-A280-4107-DBBD-D7D204CD1BBD}"/>
              </a:ext>
            </a:extLst>
          </p:cNvPr>
          <p:cNvGraphicFramePr>
            <a:graphicFrameLocks noGrp="1"/>
          </p:cNvGraphicFramePr>
          <p:nvPr>
            <p:extLst>
              <p:ext uri="{D42A27DB-BD31-4B8C-83A1-F6EECF244321}">
                <p14:modId xmlns:p14="http://schemas.microsoft.com/office/powerpoint/2010/main" val="859918499"/>
              </p:ext>
            </p:extLst>
          </p:nvPr>
        </p:nvGraphicFramePr>
        <p:xfrm>
          <a:off x="532034" y="1539878"/>
          <a:ext cx="9016560" cy="2590796"/>
        </p:xfrm>
        <a:graphic>
          <a:graphicData uri="http://schemas.openxmlformats.org/drawingml/2006/table">
            <a:tbl>
              <a:tblPr firstRow="1" bandRow="1">
                <a:solidFill>
                  <a:schemeClr val="bg1">
                    <a:lumMod val="95000"/>
                  </a:schemeClr>
                </a:solidFill>
              </a:tblPr>
              <a:tblGrid>
                <a:gridCol w="672252">
                  <a:extLst>
                    <a:ext uri="{9D8B030D-6E8A-4147-A177-3AD203B41FA5}">
                      <a16:colId xmlns:a16="http://schemas.microsoft.com/office/drawing/2014/main" val="3109776397"/>
                    </a:ext>
                  </a:extLst>
                </a:gridCol>
                <a:gridCol w="2720227">
                  <a:extLst>
                    <a:ext uri="{9D8B030D-6E8A-4147-A177-3AD203B41FA5}">
                      <a16:colId xmlns:a16="http://schemas.microsoft.com/office/drawing/2014/main" val="3500144515"/>
                    </a:ext>
                  </a:extLst>
                </a:gridCol>
                <a:gridCol w="2850297">
                  <a:extLst>
                    <a:ext uri="{9D8B030D-6E8A-4147-A177-3AD203B41FA5}">
                      <a16:colId xmlns:a16="http://schemas.microsoft.com/office/drawing/2014/main" val="1665777253"/>
                    </a:ext>
                  </a:extLst>
                </a:gridCol>
                <a:gridCol w="2773784">
                  <a:extLst>
                    <a:ext uri="{9D8B030D-6E8A-4147-A177-3AD203B41FA5}">
                      <a16:colId xmlns:a16="http://schemas.microsoft.com/office/drawing/2014/main" val="623449993"/>
                    </a:ext>
                  </a:extLst>
                </a:gridCol>
              </a:tblGrid>
              <a:tr h="724421">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Data Attributes</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Attributes Types</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2600" b="0" i="0" u="none" strike="noStrike" cap="none" spc="0" normalizeH="0" baseline="0">
                          <a:ln>
                            <a:noFill/>
                          </a:ln>
                          <a:solidFill>
                            <a:schemeClr val="bg1"/>
                          </a:solidFill>
                          <a:effectLst/>
                          <a:latin typeface="Arial" panose="020B0604020202020204" pitchFamily="34" charset="0"/>
                          <a:ea typeface="Microsoft YaHei" panose="020B0503020204020204" pitchFamily="34" charset="-122"/>
                        </a:rPr>
                        <a:t>Visual Channel</a:t>
                      </a:r>
                    </a:p>
                  </a:txBody>
                  <a:tcPr marL="144590" marR="144590" marT="146903" marB="75187" anchor="ctr" horzOverflow="overflow">
                    <a:lnL w="12700" cmpd="sng">
                      <a:noFill/>
                    </a:lnL>
                    <a:lnR w="12700" cmpd="sng">
                      <a:noFill/>
                    </a:lnR>
                    <a:lnT w="19050" cap="flat" cmpd="sng" algn="ctr">
                      <a:noFill/>
                      <a:prstDash val="solid"/>
                    </a:lnT>
                    <a:lnB w="38100" cmpd="sng">
                      <a:noFill/>
                    </a:lnB>
                    <a:lnTlToBr>
                      <a:noFill/>
                    </a:lnTlToBr>
                    <a:lnBlToTr>
                      <a:noFill/>
                    </a:lnBlToTr>
                    <a:solidFill>
                      <a:schemeClr val="accent2"/>
                    </a:solidFill>
                  </a:tcPr>
                </a:tc>
                <a:extLst>
                  <a:ext uri="{0D108BD9-81ED-4DB2-BD59-A6C34878D82A}">
                    <a16:rowId xmlns:a16="http://schemas.microsoft.com/office/drawing/2014/main" val="3651741900"/>
                  </a:ext>
                </a:extLst>
              </a:tr>
              <a:tr h="622125">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1</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Year</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Ordinal</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X-axis</a:t>
                      </a:r>
                    </a:p>
                  </a:txBody>
                  <a:tcPr marL="144590" marR="144590" marT="146903" marB="75187" anchor="ctr" horzOverflow="overflow">
                    <a:lnL w="12700" cmpd="sng">
                      <a:noFill/>
                      <a:prstDash val="solid"/>
                    </a:lnL>
                    <a:lnR w="12700" cmpd="sng">
                      <a:noFill/>
                      <a:prstDash val="solid"/>
                    </a:lnR>
                    <a:lnT w="38100" cmpd="sng">
                      <a:noFill/>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4175630894"/>
                  </a:ext>
                </a:extLst>
              </a:tr>
              <a:tr h="622125">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2</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Similarity</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Quantitative</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Y-axis</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lnB>
                    <a:lnTlToBr>
                      <a:noFill/>
                    </a:lnTlToBr>
                    <a:lnBlToTr>
                      <a:noFill/>
                    </a:lnBlToTr>
                    <a:solidFill>
                      <a:schemeClr val="bg1">
                        <a:lumMod val="95000"/>
                      </a:schemeClr>
                    </a:solidFill>
                  </a:tcPr>
                </a:tc>
                <a:extLst>
                  <a:ext uri="{0D108BD9-81ED-4DB2-BD59-A6C34878D82A}">
                    <a16:rowId xmlns:a16="http://schemas.microsoft.com/office/drawing/2014/main" val="1212894465"/>
                  </a:ext>
                </a:extLst>
              </a:tr>
              <a:tr h="622125">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lang="en-GB" altLang="en-US" sz="1900" b="0" i="0" u="none" strike="noStrike" cap="none" spc="0" normalizeH="0" baseline="0">
                          <a:ln>
                            <a:noFill/>
                          </a:ln>
                          <a:solidFill>
                            <a:schemeClr val="tx1"/>
                          </a:solidFill>
                          <a:effectLst/>
                          <a:latin typeface="Arial"/>
                          <a:ea typeface="Microsoft YaHei"/>
                        </a:rPr>
                        <a:t>3</a:t>
                      </a:r>
                      <a:endPar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endParaRP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Lowest agreement</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Categorical</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ts val="14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800">
                          <a:solidFill>
                            <a:srgbClr val="000000"/>
                          </a:solidFill>
                          <a:latin typeface="Arial" panose="020B0604020202020204" pitchFamily="34" charset="0"/>
                          <a:ea typeface="Microsoft YaHei" panose="020B0503020204020204" pitchFamily="34" charset="-122"/>
                        </a:defRPr>
                      </a:lvl1pPr>
                      <a:lvl2pPr>
                        <a:spcBef>
                          <a:spcPts val="113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400">
                          <a:solidFill>
                            <a:srgbClr val="000000"/>
                          </a:solidFill>
                          <a:latin typeface="Arial" panose="020B0604020202020204" pitchFamily="34" charset="0"/>
                          <a:ea typeface="Microsoft YaHei" panose="020B0503020204020204" pitchFamily="34" charset="-122"/>
                        </a:defRPr>
                      </a:lvl2pPr>
                      <a:lvl3pPr>
                        <a:spcBef>
                          <a:spcPts val="863"/>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sz="2000">
                          <a:solidFill>
                            <a:srgbClr val="000000"/>
                          </a:solidFill>
                          <a:latin typeface="Arial" panose="020B0604020202020204" pitchFamily="34" charset="0"/>
                          <a:ea typeface="Microsoft YaHei" panose="020B0503020204020204" pitchFamily="34" charset="-122"/>
                        </a:defRPr>
                      </a:lvl3pPr>
                      <a:lvl4pPr>
                        <a:spcBef>
                          <a:spcPts val="57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4pPr>
                      <a:lvl5pPr>
                        <a:spcBef>
                          <a:spcPts val="288"/>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288"/>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defRPr>
                          <a:solidFill>
                            <a:srgbClr val="000000"/>
                          </a:solidFill>
                          <a:latin typeface="Arial" panose="020B0604020202020204" pitchFamily="34" charset="0"/>
                          <a:ea typeface="Microsoft YaHei" panose="020B0503020204020204" pitchFamily="34" charset="-122"/>
                        </a:defRPr>
                      </a:lvl9pPr>
                    </a:lstStyle>
                    <a:p>
                      <a:pPr marL="0" marR="0" lvl="0" indent="0" algn="ctr"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Lst>
                      </a:pPr>
                      <a:r>
                        <a:rPr kumimoji="0" lang="en-GB" altLang="en-US" sz="1900" b="0" i="0" u="none" strike="noStrike" cap="none" spc="0" normalizeH="0" baseline="0">
                          <a:ln>
                            <a:noFill/>
                          </a:ln>
                          <a:solidFill>
                            <a:schemeClr val="tx1"/>
                          </a:solidFill>
                          <a:effectLst/>
                          <a:latin typeface="Arial" panose="020B0604020202020204" pitchFamily="34" charset="0"/>
                          <a:ea typeface="Microsoft YaHei" panose="020B0503020204020204" pitchFamily="34" charset="-122"/>
                        </a:rPr>
                        <a:t>Text annotation</a:t>
                      </a:r>
                    </a:p>
                  </a:txBody>
                  <a:tcPr marL="144590" marR="144590" marT="146903" marB="75187" anchor="ctr" horzOverflow="overflow">
                    <a:lnL w="12700" cmpd="sng">
                      <a:noFill/>
                      <a:prstDash val="solid"/>
                    </a:lnL>
                    <a:lnR w="12700" cmpd="sng">
                      <a:noFill/>
                      <a:prstDash val="solid"/>
                    </a:lnR>
                    <a:lnT w="9525" cap="flat" cmpd="sng" algn="ctr">
                      <a:solidFill>
                        <a:schemeClr val="tx1">
                          <a:lumMod val="50000"/>
                          <a:lumOff val="50000"/>
                        </a:schemeClr>
                      </a:solidFill>
                      <a:prstDash val="soli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613688110"/>
                  </a:ext>
                </a:extLst>
              </a:tr>
            </a:tbl>
          </a:graphicData>
        </a:graphic>
      </p:graphicFrame>
      <p:sp>
        <p:nvSpPr>
          <p:cNvPr id="2" name="Title 1">
            <a:extLst>
              <a:ext uri="{FF2B5EF4-FFF2-40B4-BE49-F238E27FC236}">
                <a16:creationId xmlns:a16="http://schemas.microsoft.com/office/drawing/2014/main" id="{75688AB5-4C4D-D00D-630A-E65D30CDA9D1}"/>
              </a:ext>
            </a:extLst>
          </p:cNvPr>
          <p:cNvSpPr>
            <a:spLocks noGrp="1"/>
          </p:cNvSpPr>
          <p:nvPr>
            <p:ph type="title"/>
          </p:nvPr>
        </p:nvSpPr>
        <p:spPr/>
        <p:txBody>
          <a:bodyPr/>
          <a:lstStyle/>
          <a:p>
            <a:r>
              <a:rPr lang="en-GB" dirty="0">
                <a:solidFill>
                  <a:schemeClr val="bg1"/>
                </a:solidFill>
              </a:rPr>
              <a:t>Graph Information</a:t>
            </a:r>
            <a:endParaRPr lang="en-GB" dirty="0"/>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10080625" cy="567055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01" name="Group 8200">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2725312"/>
            <a:ext cx="10080625" cy="2945238"/>
            <a:chOff x="0" y="3296011"/>
            <a:chExt cx="12192000" cy="3561989"/>
          </a:xfrm>
          <a:effectLst>
            <a:outerShdw blurRad="254000" dist="152400" dir="16200000" rotWithShape="0">
              <a:prstClr val="black">
                <a:alpha val="10000"/>
              </a:prstClr>
            </a:outerShdw>
          </a:effectLst>
        </p:grpSpPr>
        <p:grpSp>
          <p:nvGrpSpPr>
            <p:cNvPr id="8202" name="Group 8201">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8206" name="Freeform: Shape 8205">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07" name="Freeform: Shape 8206">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8203" name="Group 8202">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8204" name="Freeform: Shape 8203">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05" name="Freeform: Shape 8204">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8194" name="Text Box 2">
            <a:extLst>
              <a:ext uri="{FF2B5EF4-FFF2-40B4-BE49-F238E27FC236}">
                <a16:creationId xmlns:a16="http://schemas.microsoft.com/office/drawing/2014/main" id="{F15A26D2-D616-1169-81E3-C168CAA393B8}"/>
              </a:ext>
            </a:extLst>
          </p:cNvPr>
          <p:cNvSpPr txBox="1">
            <a:spLocks noGrp="1" noChangeArrowheads="1"/>
          </p:cNvSpPr>
          <p:nvPr>
            <p:ph type="title" idx="4294967295"/>
          </p:nvPr>
        </p:nvSpPr>
        <p:spPr bwMode="auto">
          <a:xfrm>
            <a:off x="693042" y="926633"/>
            <a:ext cx="5805548" cy="1908642"/>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rgbClr val="000000"/>
                </a:solidFill>
                <a:latin typeface="Arial" panose="020B0604020202020204" pitchFamily="34" charset="0"/>
                <a:ea typeface="Microsoft YaHei" panose="020B0503020204020204" pitchFamily="34" charset="-122"/>
              </a:defRPr>
            </a:lvl9pPr>
          </a:lstStyle>
          <a:p>
            <a:pPr algn="l" defTabSz="914468">
              <a:defRPr/>
            </a:pPr>
            <a:r>
              <a:rPr lang="en-US" altLang="en-US" sz="4101" dirty="0">
                <a:solidFill>
                  <a:schemeClr val="bg1"/>
                </a:solidFill>
                <a:latin typeface="+mj-lt"/>
                <a:ea typeface="+mj-ea"/>
              </a:rPr>
              <a:t>How did </a:t>
            </a:r>
            <a:r>
              <a:rPr lang="en-US" altLang="en-US" sz="4101" b="1" dirty="0">
                <a:solidFill>
                  <a:schemeClr val="bg1"/>
                </a:solidFill>
                <a:latin typeface="+mj-lt"/>
                <a:ea typeface="+mj-ea"/>
              </a:rPr>
              <a:t>Jury</a:t>
            </a:r>
            <a:r>
              <a:rPr lang="en-US" altLang="en-US" sz="4101" dirty="0">
                <a:solidFill>
                  <a:schemeClr val="bg1"/>
                </a:solidFill>
                <a:latin typeface="+mj-lt"/>
                <a:ea typeface="+mj-ea"/>
              </a:rPr>
              <a:t> </a:t>
            </a:r>
            <a:r>
              <a:rPr lang="en-US" altLang="en-US" sz="4101" b="1" dirty="0">
                <a:solidFill>
                  <a:schemeClr val="bg1"/>
                </a:solidFill>
                <a:latin typeface="+mj-lt"/>
                <a:ea typeface="+mj-ea"/>
              </a:rPr>
              <a:t>influence</a:t>
            </a:r>
            <a:r>
              <a:rPr lang="en-US" altLang="en-US" sz="4101" dirty="0">
                <a:solidFill>
                  <a:schemeClr val="bg1"/>
                </a:solidFill>
                <a:latin typeface="+mj-lt"/>
                <a:ea typeface="+mj-ea"/>
              </a:rPr>
              <a:t> the </a:t>
            </a:r>
            <a:r>
              <a:rPr lang="en-US" altLang="en-US" sz="4101" b="1" dirty="0">
                <a:solidFill>
                  <a:schemeClr val="bg1"/>
                </a:solidFill>
                <a:latin typeface="+mj-lt"/>
                <a:ea typeface="+mj-ea"/>
              </a:rPr>
              <a:t> Final</a:t>
            </a:r>
            <a:r>
              <a:rPr lang="en-US" altLang="en-US" sz="4101" dirty="0">
                <a:solidFill>
                  <a:schemeClr val="bg1"/>
                </a:solidFill>
                <a:latin typeface="+mj-lt"/>
                <a:ea typeface="+mj-ea"/>
              </a:rPr>
              <a:t> outcomes in the </a:t>
            </a:r>
            <a:r>
              <a:rPr lang="en-US" altLang="en-US" sz="4101" b="1" dirty="0">
                <a:solidFill>
                  <a:schemeClr val="bg1"/>
                </a:solidFill>
                <a:latin typeface="+mj-lt"/>
                <a:ea typeface="+mj-ea"/>
              </a:rPr>
              <a:t>worst</a:t>
            </a:r>
            <a:r>
              <a:rPr lang="en-US" altLang="en-US" sz="4101" dirty="0">
                <a:solidFill>
                  <a:schemeClr val="bg1"/>
                </a:solidFill>
                <a:latin typeface="+mj-lt"/>
                <a:ea typeface="+mj-ea"/>
              </a:rPr>
              <a:t> Year?</a:t>
            </a:r>
            <a:endParaRPr lang="en-US" sz="4101" dirty="0">
              <a:solidFill>
                <a:schemeClr val="bg1"/>
              </a:solidFill>
              <a:latin typeface="+mj-lt"/>
              <a:ea typeface="+mj-ea"/>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733225-C1C5-761A-B3A0-5E61A0A1F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859" y="581665"/>
            <a:ext cx="8688919" cy="4887517"/>
          </a:xfrm>
          <a:prstGeom prst="rect">
            <a:avLst/>
          </a:prstGeom>
        </p:spPr>
      </p:pic>
      <p:sp>
        <p:nvSpPr>
          <p:cNvPr id="2" name="Footer Placeholder 1">
            <a:extLst>
              <a:ext uri="{FF2B5EF4-FFF2-40B4-BE49-F238E27FC236}">
                <a16:creationId xmlns:a16="http://schemas.microsoft.com/office/drawing/2014/main" id="{69AA5837-C890-B9E3-A481-7F5F2D4916CC}"/>
              </a:ext>
            </a:extLst>
          </p:cNvPr>
          <p:cNvSpPr>
            <a:spLocks noGrp="1"/>
          </p:cNvSpPr>
          <p:nvPr>
            <p:ph type="ftr" idx="11"/>
          </p:nvPr>
        </p:nvSpPr>
        <p:spPr>
          <a:xfrm>
            <a:off x="1761452" y="5469177"/>
            <a:ext cx="6560210" cy="388938"/>
          </a:xfrm>
        </p:spPr>
        <p:txBody>
          <a:bodyPr/>
          <a:lstStyle/>
          <a:p>
            <a:r>
              <a:rPr lang="en-GB" sz="1000">
                <a:solidFill>
                  <a:schemeClr val="bg1"/>
                </a:solidFill>
                <a:latin typeface="Times New Roman"/>
                <a:ea typeface="Microsoft YaHei"/>
                <a:cs typeface="Segoe UI"/>
              </a:rPr>
              <a:t>Eschome 2018 finals - </a:t>
            </a:r>
            <a:r>
              <a:rPr lang="en-GB" sz="1000">
                <a:solidFill>
                  <a:schemeClr val="bg1"/>
                </a:solidFill>
                <a:latin typeface="Times New Roman"/>
                <a:ea typeface="Microsoft YaHei"/>
                <a:cs typeface="Times New Roman"/>
                <a:hlinkClick r:id="rId4">
                  <a:extLst>
                    <a:ext uri="{A12FA001-AC4F-418D-AE19-62706E023703}">
                      <ahyp:hlinkClr xmlns:ahyp="http://schemas.microsoft.com/office/drawing/2018/hyperlinkcolor" val="tx"/>
                    </a:ext>
                  </a:extLst>
                </a:hlinkClick>
              </a:rPr>
              <a:t>https://eschome.net/index.html</a:t>
            </a:r>
            <a:endParaRPr lang="en-US" sz="1000">
              <a:solidFill>
                <a:schemeClr val="bg1"/>
              </a:solidFill>
              <a:hlinkClick r:id="" action="ppaction://noaction">
                <a:extLst>
                  <a:ext uri="{A12FA001-AC4F-418D-AE19-62706E023703}">
                    <ahyp:hlinkClr xmlns:ahyp="http://schemas.microsoft.com/office/drawing/2018/hyperlinkcolor" val="tx"/>
                  </a:ext>
                </a:extLst>
              </a:hlinkClick>
            </a:endParaRPr>
          </a:p>
          <a:p>
            <a:endParaRPr lang="en-GB">
              <a:solidFill>
                <a:schemeClr val="bg1"/>
              </a:solidFill>
              <a:latin typeface="Times New Roman"/>
              <a:ea typeface="Microsoft YaHei"/>
              <a:cs typeface="Times New Roman"/>
            </a:endParaRPr>
          </a:p>
          <a:p>
            <a:r>
              <a:rPr lang="en-GB">
                <a:solidFill>
                  <a:schemeClr val="bg1"/>
                </a:solidFill>
                <a:latin typeface="Times New Roman"/>
                <a:ea typeface="Microsoft YaHei"/>
                <a:cs typeface="Segoe UI"/>
              </a:rPr>
              <a:t>contest-data</a:t>
            </a:r>
            <a:endParaRPr lang="en-US">
              <a:solidFill>
                <a:schemeClr val="bg1"/>
              </a:solidFill>
            </a:endParaRPr>
          </a:p>
        </p:txBody>
      </p:sp>
      <p:sp>
        <p:nvSpPr>
          <p:cNvPr id="4" name="Title 3">
            <a:extLst>
              <a:ext uri="{FF2B5EF4-FFF2-40B4-BE49-F238E27FC236}">
                <a16:creationId xmlns:a16="http://schemas.microsoft.com/office/drawing/2014/main" id="{C18FC20D-8F3F-6211-6C13-97A86732EC2F}"/>
              </a:ext>
            </a:extLst>
          </p:cNvPr>
          <p:cNvSpPr txBox="1">
            <a:spLocks noGrp="1"/>
          </p:cNvSpPr>
          <p:nvPr>
            <p:ph type="title" idx="4294967295"/>
          </p:nvPr>
        </p:nvSpPr>
        <p:spPr>
          <a:xfrm>
            <a:off x="999447" y="-64689"/>
            <a:ext cx="7326208" cy="43582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GB" sz="2400" dirty="0">
                <a:solidFill>
                  <a:schemeClr val="bg1"/>
                </a:solidFill>
                <a:latin typeface="Arial"/>
                <a:ea typeface="Microsoft YaHei"/>
                <a:cs typeface="Arial"/>
              </a:rPr>
              <a:t>How Ranking Shifted in 2018</a:t>
            </a:r>
          </a:p>
        </p:txBody>
      </p:sp>
      <p:sp>
        <p:nvSpPr>
          <p:cNvPr id="5" name="TextBox 4">
            <a:extLst>
              <a:ext uri="{FF2B5EF4-FFF2-40B4-BE49-F238E27FC236}">
                <a16:creationId xmlns:a16="http://schemas.microsoft.com/office/drawing/2014/main" id="{29FD7D97-248C-2D99-ECE9-CE891B79B188}"/>
              </a:ext>
            </a:extLst>
          </p:cNvPr>
          <p:cNvSpPr txBox="1"/>
          <p:nvPr/>
        </p:nvSpPr>
        <p:spPr>
          <a:xfrm>
            <a:off x="1703828" y="294512"/>
            <a:ext cx="6678202" cy="3785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solidFill>
                  <a:schemeClr val="bg1"/>
                </a:solidFill>
                <a:latin typeface="Arial"/>
                <a:ea typeface="Microsoft YaHei"/>
                <a:cs typeface="Arial"/>
              </a:rPr>
              <a:t>Line Colour Shows Effect Magnitude and Direction</a:t>
            </a:r>
            <a:endParaRPr lang="en-GB" sz="2000">
              <a:solidFill>
                <a:schemeClr val="bg1"/>
              </a:solidFill>
              <a:latin typeface="Arial"/>
              <a:ea typeface="Microsoft YaHei"/>
            </a:endParaRPr>
          </a:p>
        </p:txBody>
      </p:sp>
      <p:sp>
        <p:nvSpPr>
          <p:cNvPr id="6" name="TextBox 5">
            <a:extLst>
              <a:ext uri="{FF2B5EF4-FFF2-40B4-BE49-F238E27FC236}">
                <a16:creationId xmlns:a16="http://schemas.microsoft.com/office/drawing/2014/main" id="{7FBC6CA8-61AB-8604-83EE-5B3CBE6A57A8}"/>
              </a:ext>
            </a:extLst>
          </p:cNvPr>
          <p:cNvSpPr txBox="1"/>
          <p:nvPr/>
        </p:nvSpPr>
        <p:spPr>
          <a:xfrm>
            <a:off x="695853" y="669240"/>
            <a:ext cx="1659774" cy="2497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a:latin typeface="Arial"/>
                <a:ea typeface="Microsoft YaHei"/>
                <a:cs typeface="Arial"/>
              </a:rPr>
              <a:t>Jury Effect on Voting</a:t>
            </a:r>
            <a:endParaRPr lang="en-GB" sz="1100" b="1"/>
          </a:p>
        </p:txBody>
      </p:sp>
      <p:sp>
        <p:nvSpPr>
          <p:cNvPr id="7" name="TextBox 6">
            <a:extLst>
              <a:ext uri="{FF2B5EF4-FFF2-40B4-BE49-F238E27FC236}">
                <a16:creationId xmlns:a16="http://schemas.microsoft.com/office/drawing/2014/main" id="{96F8E9F2-FF54-42C2-9498-24360C441FC3}"/>
              </a:ext>
            </a:extLst>
          </p:cNvPr>
          <p:cNvSpPr txBox="1"/>
          <p:nvPr/>
        </p:nvSpPr>
        <p:spPr>
          <a:xfrm>
            <a:off x="6336758" y="1785007"/>
            <a:ext cx="2543625" cy="1953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a:latin typeface="Arial"/>
                <a:ea typeface="Microsoft YaHei"/>
                <a:cs typeface="Arial"/>
              </a:rPr>
              <a:t>In 2018, the jury rewarded vocal polish, lifting Sweden and Austria despite public indifference, while penalising Ukraine's theatrical spectacle that crowds had embraced. Where production, craft and showmanship diverged, the jury and public went in completely opposite directions.</a:t>
            </a:r>
            <a:endParaRPr lang="en-US" sz="1300">
              <a:latin typeface="Arial"/>
              <a:ea typeface="Microsoft YaHei"/>
              <a:cs typeface="Arial"/>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64" name="Table 63">
            <a:extLst>
              <a:ext uri="{FF2B5EF4-FFF2-40B4-BE49-F238E27FC236}">
                <a16:creationId xmlns:a16="http://schemas.microsoft.com/office/drawing/2014/main" id="{373F0B5D-B102-2D92-B067-C0FB8AF12D94}"/>
              </a:ext>
            </a:extLst>
          </p:cNvPr>
          <p:cNvGraphicFramePr>
            <a:graphicFrameLocks noGrp="1"/>
          </p:cNvGraphicFramePr>
          <p:nvPr>
            <p:extLst>
              <p:ext uri="{D42A27DB-BD31-4B8C-83A1-F6EECF244321}">
                <p14:modId xmlns:p14="http://schemas.microsoft.com/office/powerpoint/2010/main" val="2933615657"/>
              </p:ext>
            </p:extLst>
          </p:nvPr>
        </p:nvGraphicFramePr>
        <p:xfrm>
          <a:off x="529653" y="982787"/>
          <a:ext cx="9016557" cy="4462338"/>
        </p:xfrm>
        <a:graphic>
          <a:graphicData uri="http://schemas.openxmlformats.org/drawingml/2006/table">
            <a:tbl>
              <a:tblPr bandRow="1">
                <a:tableStyleId>{5C22544A-7EE6-4342-B048-85BDC9FD1C3A}</a:tableStyleId>
              </a:tblPr>
              <a:tblGrid>
                <a:gridCol w="672245">
                  <a:extLst>
                    <a:ext uri="{9D8B030D-6E8A-4147-A177-3AD203B41FA5}">
                      <a16:colId xmlns:a16="http://schemas.microsoft.com/office/drawing/2014/main" val="857603737"/>
                    </a:ext>
                  </a:extLst>
                </a:gridCol>
                <a:gridCol w="2720227">
                  <a:extLst>
                    <a:ext uri="{9D8B030D-6E8A-4147-A177-3AD203B41FA5}">
                      <a16:colId xmlns:a16="http://schemas.microsoft.com/office/drawing/2014/main" val="662055195"/>
                    </a:ext>
                  </a:extLst>
                </a:gridCol>
                <a:gridCol w="2850299">
                  <a:extLst>
                    <a:ext uri="{9D8B030D-6E8A-4147-A177-3AD203B41FA5}">
                      <a16:colId xmlns:a16="http://schemas.microsoft.com/office/drawing/2014/main" val="1504248210"/>
                    </a:ext>
                  </a:extLst>
                </a:gridCol>
                <a:gridCol w="2773786">
                  <a:extLst>
                    <a:ext uri="{9D8B030D-6E8A-4147-A177-3AD203B41FA5}">
                      <a16:colId xmlns:a16="http://schemas.microsoft.com/office/drawing/2014/main" val="1289961404"/>
                    </a:ext>
                  </a:extLst>
                </a:gridCol>
              </a:tblGrid>
              <a:tr h="642595">
                <a:tc>
                  <a:txBody>
                    <a:bodyPr/>
                    <a:lstStyle/>
                    <a:p>
                      <a:pPr algn="ctr" rtl="0" fontAlgn="base">
                        <a:lnSpc>
                          <a:spcPts val="3075"/>
                        </a:lnSpc>
                        <a:buNone/>
                      </a:pPr>
                      <a:r>
                        <a:rPr lang="en-GB" sz="2600">
                          <a:solidFill>
                            <a:srgbClr val="FFFFFF"/>
                          </a:solidFill>
                          <a:effectLst/>
                          <a:latin typeface="Arial" panose="020B0604020202020204" pitchFamily="34" charset="0"/>
                        </a:rPr>
                        <a:t>#</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dirty="0">
                          <a:solidFill>
                            <a:srgbClr val="FFFFFF"/>
                          </a:solidFill>
                          <a:effectLst/>
                          <a:latin typeface="Arial" panose="020B0604020202020204" pitchFamily="34" charset="0"/>
                        </a:rPr>
                        <a:t>Data Attributes</a:t>
                      </a:r>
                      <a:endParaRPr lang="en-GB" sz="3000" dirty="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a:solidFill>
                            <a:srgbClr val="FFFFFF"/>
                          </a:solidFill>
                          <a:effectLst/>
                          <a:latin typeface="Arial" panose="020B0604020202020204" pitchFamily="34" charset="0"/>
                        </a:rPr>
                        <a:t>Attributes Types</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tc>
                  <a:txBody>
                    <a:bodyPr/>
                    <a:lstStyle/>
                    <a:p>
                      <a:pPr algn="ctr" rtl="0" fontAlgn="base">
                        <a:lnSpc>
                          <a:spcPts val="3075"/>
                        </a:lnSpc>
                        <a:buNone/>
                      </a:pPr>
                      <a:r>
                        <a:rPr lang="en-GB" sz="2600" dirty="0">
                          <a:solidFill>
                            <a:srgbClr val="FFFFFF"/>
                          </a:solidFill>
                          <a:effectLst/>
                          <a:latin typeface="Arial" panose="020B0604020202020204" pitchFamily="34" charset="0"/>
                        </a:rPr>
                        <a:t>Visual Channel</a:t>
                      </a:r>
                      <a:endParaRPr lang="en-GB" sz="3000" dirty="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333CC"/>
                    </a:solidFill>
                  </a:tcPr>
                </a:tc>
                <a:extLst>
                  <a:ext uri="{0D108BD9-81ED-4DB2-BD59-A6C34878D82A}">
                    <a16:rowId xmlns:a16="http://schemas.microsoft.com/office/drawing/2014/main" val="1812657337"/>
                  </a:ext>
                </a:extLst>
              </a:tr>
              <a:tr h="803250">
                <a:tc>
                  <a:txBody>
                    <a:bodyPr/>
                    <a:lstStyle/>
                    <a:p>
                      <a:pPr algn="ctr" rtl="0" fontAlgn="base">
                        <a:lnSpc>
                          <a:spcPts val="2250"/>
                        </a:lnSpc>
                        <a:buNone/>
                      </a:pPr>
                      <a:r>
                        <a:rPr lang="en-GB" sz="1900">
                          <a:effectLst/>
                          <a:latin typeface="Arial" panose="020B0604020202020204" pitchFamily="34" charset="0"/>
                        </a:rPr>
                        <a:t>1</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Stage</a:t>
                      </a: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Ordinal</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X-</a:t>
                      </a:r>
                      <a:r>
                        <a:rPr lang="en-GB" sz="1900" err="1">
                          <a:effectLst/>
                          <a:latin typeface="Arial"/>
                        </a:rPr>
                        <a:t>axi</a:t>
                      </a:r>
                      <a:r>
                        <a:rPr lang="en-GB" sz="1900">
                          <a:effectLst/>
                          <a:latin typeface="Arial"/>
                        </a:rPr>
                        <a:t>s</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702605440"/>
                  </a:ext>
                </a:extLst>
              </a:tr>
              <a:tr h="553345">
                <a:tc>
                  <a:txBody>
                    <a:bodyPr/>
                    <a:lstStyle/>
                    <a:p>
                      <a:pPr algn="ctr" rtl="0" fontAlgn="base">
                        <a:lnSpc>
                          <a:spcPts val="2250"/>
                        </a:lnSpc>
                        <a:buNone/>
                      </a:pPr>
                      <a:r>
                        <a:rPr lang="en-GB" sz="1900">
                          <a:effectLst/>
                          <a:latin typeface="Arial" panose="020B0604020202020204" pitchFamily="34" charset="0"/>
                        </a:rPr>
                        <a:t>2</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Rank</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Ordinal</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Y-axis (reversed)</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2157157673"/>
                  </a:ext>
                </a:extLst>
              </a:tr>
              <a:tr h="553345">
                <a:tc>
                  <a:txBody>
                    <a:bodyPr/>
                    <a:lstStyle/>
                    <a:p>
                      <a:pPr algn="ctr" rtl="0" fontAlgn="base">
                        <a:lnSpc>
                          <a:spcPts val="2250"/>
                        </a:lnSpc>
                        <a:buNone/>
                      </a:pPr>
                      <a:r>
                        <a:rPr lang="en-GB" sz="1900">
                          <a:effectLst/>
                          <a:latin typeface="Arial" panose="020B0604020202020204" pitchFamily="34" charset="0"/>
                        </a:rPr>
                        <a:t>3</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Effect Magnitude</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b="0" i="0" u="none" strike="noStrike" noProof="0">
                          <a:solidFill>
                            <a:srgbClr val="000000"/>
                          </a:solidFill>
                          <a:effectLst/>
                          <a:latin typeface="Arial"/>
                          <a:cs typeface="Arial"/>
                        </a:rPr>
                        <a:t>Quantitative</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Line Width</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2589802977"/>
                  </a:ext>
                </a:extLst>
              </a:tr>
              <a:tr h="553345">
                <a:tc>
                  <a:txBody>
                    <a:bodyPr/>
                    <a:lstStyle/>
                    <a:p>
                      <a:pPr algn="ctr" rtl="0" fontAlgn="base">
                        <a:lnSpc>
                          <a:spcPts val="2250"/>
                        </a:lnSpc>
                        <a:buNone/>
                      </a:pPr>
                      <a:r>
                        <a:rPr lang="en-GB" sz="1900">
                          <a:effectLst/>
                          <a:latin typeface="Arial" panose="020B0604020202020204" pitchFamily="34" charset="0"/>
                        </a:rPr>
                        <a:t>4</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b="0" i="0" u="none" strike="noStrike" noProof="0">
                          <a:solidFill>
                            <a:srgbClr val="000000"/>
                          </a:solidFill>
                          <a:effectLst/>
                          <a:latin typeface="Arial"/>
                          <a:cs typeface="Arial"/>
                        </a:rPr>
                        <a:t>Effect Direction</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panose="020B0604020202020204" pitchFamily="34" charset="0"/>
                        </a:rPr>
                        <a:t>Quantitative</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Line Colour Gradient</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4222643760"/>
                  </a:ext>
                </a:extLst>
              </a:tr>
              <a:tr h="553345">
                <a:tc>
                  <a:txBody>
                    <a:bodyPr/>
                    <a:lstStyle/>
                    <a:p>
                      <a:pPr algn="ctr" rtl="0" fontAlgn="base">
                        <a:lnSpc>
                          <a:spcPts val="2250"/>
                        </a:lnSpc>
                        <a:buNone/>
                      </a:pPr>
                      <a:r>
                        <a:rPr lang="en-GB" sz="1900">
                          <a:effectLst/>
                          <a:latin typeface="Arial" panose="020B0604020202020204" pitchFamily="34" charset="0"/>
                        </a:rPr>
                        <a:t>5</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a:rPr>
                        <a:t>Category</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algn="ctr" rtl="0" fontAlgn="base">
                        <a:lnSpc>
                          <a:spcPts val="2250"/>
                        </a:lnSpc>
                        <a:buNone/>
                      </a:pPr>
                      <a:r>
                        <a:rPr lang="en-GB" sz="1900">
                          <a:effectLst/>
                          <a:latin typeface="Arial" panose="020B0604020202020204" pitchFamily="34" charset="0"/>
                        </a:rPr>
                        <a:t>Categorical</a:t>
                      </a:r>
                      <a:endParaRPr lang="en-GB" sz="3000">
                        <a:effectLst/>
                      </a:endParaRPr>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tc>
                  <a:txBody>
                    <a:bodyPr/>
                    <a:lstStyle/>
                    <a:p>
                      <a:pPr lvl="0" algn="ctr">
                        <a:lnSpc>
                          <a:spcPts val="2250"/>
                        </a:lnSpc>
                        <a:buNone/>
                      </a:pPr>
                      <a:r>
                        <a:rPr lang="en-GB" sz="1900">
                          <a:effectLst/>
                          <a:latin typeface="Arial"/>
                        </a:rPr>
                        <a:t>Line alpha (opacity)</a:t>
                      </a:r>
                      <a:endParaRPr lang="en-US" sz="3000"/>
                    </a:p>
                  </a:txBody>
                  <a:tcPr marL="154304" marR="154304" marT="156772" marB="8023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0163" cap="flat" cmpd="sng" algn="ctr">
                      <a:solidFill>
                        <a:srgbClr val="808080"/>
                      </a:solidFill>
                      <a:prstDash val="solid"/>
                      <a:round/>
                      <a:headEnd type="none" w="med" len="med"/>
                      <a:tailEnd type="none" w="med" len="med"/>
                    </a:lnT>
                    <a:lnB w="10163"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431164601"/>
                  </a:ext>
                </a:extLst>
              </a:tr>
              <a:tr h="803113">
                <a:tc>
                  <a:txBody>
                    <a:bodyPr/>
                    <a:lstStyle/>
                    <a:p>
                      <a:pPr lvl="0" algn="ctr">
                        <a:lnSpc>
                          <a:spcPts val="2250"/>
                        </a:lnSpc>
                        <a:buNone/>
                      </a:pPr>
                      <a:r>
                        <a:rPr lang="en-GB" sz="1900">
                          <a:effectLst/>
                          <a:latin typeface="Arial"/>
                        </a:rPr>
                        <a:t>6</a:t>
                      </a:r>
                    </a:p>
                  </a:txBody>
                  <a:tcPr marL="154304" marR="154304"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ts val="2250"/>
                        </a:lnSpc>
                        <a:buNone/>
                      </a:pPr>
                      <a:r>
                        <a:rPr lang="en-GB" sz="1900">
                          <a:effectLst/>
                          <a:latin typeface="Arial"/>
                        </a:rPr>
                        <a:t>Country</a:t>
                      </a:r>
                    </a:p>
                  </a:txBody>
                  <a:tcPr marL="154304" marR="154304"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ct val="100000"/>
                        </a:lnSpc>
                        <a:spcBef>
                          <a:spcPts val="0"/>
                        </a:spcBef>
                        <a:spcAft>
                          <a:spcPts val="0"/>
                        </a:spcAft>
                        <a:buNone/>
                      </a:pPr>
                      <a:r>
                        <a:rPr lang="en-GB" sz="1900" b="0" i="0" u="none" strike="noStrike" noProof="0">
                          <a:solidFill>
                            <a:srgbClr val="000000"/>
                          </a:solidFill>
                          <a:effectLst/>
                          <a:latin typeface="Arial"/>
                          <a:cs typeface="Arial"/>
                        </a:rPr>
                        <a:t>Categorical</a:t>
                      </a:r>
                    </a:p>
                  </a:txBody>
                  <a:tcPr marL="154304" marR="154304"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tc>
                  <a:txBody>
                    <a:bodyPr/>
                    <a:lstStyle/>
                    <a:p>
                      <a:pPr lvl="0" algn="ctr">
                        <a:lnSpc>
                          <a:spcPts val="2250"/>
                        </a:lnSpc>
                        <a:buNone/>
                      </a:pPr>
                      <a:r>
                        <a:rPr lang="en-GB" sz="1900" dirty="0">
                          <a:effectLst/>
                          <a:latin typeface="Arial"/>
                        </a:rPr>
                        <a:t>Line Grouping &amp; Labels</a:t>
                      </a:r>
                    </a:p>
                  </a:txBody>
                  <a:tcPr marL="154304" marR="154304" marT="156771" marB="80239" anchor="ctr">
                    <a:lnL w="12700">
                      <a:solidFill>
                        <a:srgbClr val="000000"/>
                      </a:solidFill>
                    </a:lnL>
                    <a:lnR w="12700">
                      <a:solidFill>
                        <a:srgbClr val="000000"/>
                      </a:solidFill>
                    </a:lnR>
                    <a:lnT w="10163" cap="flat" cmpd="sng" algn="ctr">
                      <a:solidFill>
                        <a:srgbClr val="808080"/>
                      </a:solidFill>
                      <a:prstDash val="solid"/>
                      <a:round/>
                      <a:headEnd type="none" w="med" len="med"/>
                      <a:tailEnd type="none" w="med" len="med"/>
                    </a:lnT>
                    <a:lnB w="10162">
                      <a:solidFill>
                        <a:srgbClr val="808080"/>
                      </a:solidFill>
                    </a:lnB>
                    <a:solidFill>
                      <a:srgbClr val="F2F2F2"/>
                    </a:solidFill>
                  </a:tcPr>
                </a:tc>
                <a:extLst>
                  <a:ext uri="{0D108BD9-81ED-4DB2-BD59-A6C34878D82A}">
                    <a16:rowId xmlns:a16="http://schemas.microsoft.com/office/drawing/2014/main" val="3765742694"/>
                  </a:ext>
                </a:extLst>
              </a:tr>
            </a:tbl>
          </a:graphicData>
        </a:graphic>
      </p:graphicFrame>
      <p:sp>
        <p:nvSpPr>
          <p:cNvPr id="2" name="Title 1">
            <a:extLst>
              <a:ext uri="{FF2B5EF4-FFF2-40B4-BE49-F238E27FC236}">
                <a16:creationId xmlns:a16="http://schemas.microsoft.com/office/drawing/2014/main" id="{A367A6E4-D7ED-6D1E-A18E-9532662075B9}"/>
              </a:ext>
            </a:extLst>
          </p:cNvPr>
          <p:cNvSpPr>
            <a:spLocks noGrp="1"/>
          </p:cNvSpPr>
          <p:nvPr>
            <p:ph type="title"/>
          </p:nvPr>
        </p:nvSpPr>
        <p:spPr>
          <a:xfrm>
            <a:off x="503241" y="38228"/>
            <a:ext cx="9069387" cy="944563"/>
          </a:xfrm>
        </p:spPr>
        <p:txBody>
          <a:bodyPr/>
          <a:lstStyle/>
          <a:p>
            <a:r>
              <a:rPr lang="en-US" dirty="0">
                <a:solidFill>
                  <a:schemeClr val="bg1"/>
                </a:solidFill>
              </a:rPr>
              <a:t>Graph</a:t>
            </a:r>
            <a:r>
              <a:rPr lang="en-US" baseline="0" dirty="0">
                <a:solidFill>
                  <a:schemeClr val="bg1"/>
                </a:solidFill>
              </a:rPr>
              <a:t> Information</a:t>
            </a:r>
            <a:endParaRPr lang="en-GB" dirty="0">
              <a:solidFill>
                <a:schemeClr val="bg1"/>
              </a:solidFill>
            </a:endParaRPr>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1265" name="Rectangle 1">
            <a:extLst>
              <a:ext uri="{FF2B5EF4-FFF2-40B4-BE49-F238E27FC236}">
                <a16:creationId xmlns:a16="http://schemas.microsoft.com/office/drawing/2014/main" id="{3689FDD4-CEF3-FDEC-B076-3A1B7F5A42BE}"/>
              </a:ext>
            </a:extLst>
          </p:cNvPr>
          <p:cNvSpPr>
            <a:spLocks noGrp="1" noChangeArrowheads="1"/>
          </p:cNvSpPr>
          <p:nvPr>
            <p:ph type="title"/>
          </p:nvPr>
        </p:nvSpPr>
        <p:spPr>
          <a:xfrm>
            <a:off x="539752" y="-46033"/>
            <a:ext cx="9070974" cy="946151"/>
          </a:xfrm>
          <a:ln/>
        </p:spPr>
        <p:txBody>
          <a:bodyPr vert="horz" wrap="square" lIns="0" tIns="39115" rIns="0" bIns="0" numCol="1" rtlCol="0" anchor="ctr" anchorCtr="0" compatLnSpc="1">
            <a:prstTxWarp prst="textNoShape">
              <a:avLst/>
            </a:prstTxWarp>
          </a:bodyPr>
          <a:lstStyle/>
          <a:p>
            <a:pPr>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pPr>
            <a:r>
              <a:rPr lang="en-GB" altLang="en-US" dirty="0" err="1">
                <a:solidFill>
                  <a:srgbClr val="FAFAFA"/>
                </a:solidFill>
              </a:rPr>
              <a:t>WorkFlow</a:t>
            </a:r>
            <a:endParaRPr lang="en-GB" altLang="en-US" dirty="0">
              <a:solidFill>
                <a:srgbClr val="FAFAFA"/>
              </a:solidFill>
            </a:endParaRPr>
          </a:p>
        </p:txBody>
      </p:sp>
      <p:sp>
        <p:nvSpPr>
          <p:cNvPr id="11266" name="AutoShape 2">
            <a:extLst>
              <a:ext uri="{FF2B5EF4-FFF2-40B4-BE49-F238E27FC236}">
                <a16:creationId xmlns:a16="http://schemas.microsoft.com/office/drawing/2014/main" id="{FD3EE1AB-7006-EA1A-B1FF-F6F20E5EC883}"/>
              </a:ext>
              <a:ext uri="{C183D7F6-B498-43B3-948B-1728B52AA6E4}">
                <adec:decorative xmlns:adec="http://schemas.microsoft.com/office/drawing/2017/decorative" val="1"/>
              </a:ext>
            </a:extLst>
          </p:cNvPr>
          <p:cNvSpPr>
            <a:spLocks noChangeArrowheads="1"/>
          </p:cNvSpPr>
          <p:nvPr/>
        </p:nvSpPr>
        <p:spPr bwMode="auto">
          <a:xfrm>
            <a:off x="9063184" y="2376483"/>
            <a:ext cx="547494" cy="125810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67" name="AutoShape 3">
            <a:extLst>
              <a:ext uri="{FF2B5EF4-FFF2-40B4-BE49-F238E27FC236}">
                <a16:creationId xmlns:a16="http://schemas.microsoft.com/office/drawing/2014/main" id="{4C425E10-A7EE-E8F2-C0AC-01DA28E7A5FC}"/>
              </a:ext>
              <a:ext uri="{C183D7F6-B498-43B3-948B-1728B52AA6E4}">
                <adec:decorative xmlns:adec="http://schemas.microsoft.com/office/drawing/2017/decorative" val="1"/>
              </a:ext>
            </a:extLst>
          </p:cNvPr>
          <p:cNvSpPr>
            <a:spLocks noChangeArrowheads="1"/>
          </p:cNvSpPr>
          <p:nvPr/>
        </p:nvSpPr>
        <p:spPr bwMode="auto">
          <a:xfrm>
            <a:off x="179392" y="2277469"/>
            <a:ext cx="1747837"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68" name="AutoShape 4">
            <a:extLst>
              <a:ext uri="{FF2B5EF4-FFF2-40B4-BE49-F238E27FC236}">
                <a16:creationId xmlns:a16="http://schemas.microsoft.com/office/drawing/2014/main" id="{B365BD40-0518-1866-1EB0-7B1EE1772895}"/>
              </a:ext>
              <a:ext uri="{C183D7F6-B498-43B3-948B-1728B52AA6E4}">
                <adec:decorative xmlns:adec="http://schemas.microsoft.com/office/drawing/2017/decorative" val="1"/>
              </a:ext>
            </a:extLst>
          </p:cNvPr>
          <p:cNvSpPr>
            <a:spLocks noChangeArrowheads="1"/>
          </p:cNvSpPr>
          <p:nvPr/>
        </p:nvSpPr>
        <p:spPr bwMode="auto">
          <a:xfrm>
            <a:off x="1927227" y="2421133"/>
            <a:ext cx="592138" cy="121345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69" name="AutoShape 5">
            <a:extLst>
              <a:ext uri="{FF2B5EF4-FFF2-40B4-BE49-F238E27FC236}">
                <a16:creationId xmlns:a16="http://schemas.microsoft.com/office/drawing/2014/main" id="{87735FE1-C100-2CB9-56E9-82A9463AC7C6}"/>
              </a:ext>
              <a:ext uri="{C183D7F6-B498-43B3-948B-1728B52AA6E4}">
                <adec:decorative xmlns:adec="http://schemas.microsoft.com/office/drawing/2017/decorative" val="1"/>
              </a:ext>
            </a:extLst>
          </p:cNvPr>
          <p:cNvSpPr>
            <a:spLocks noChangeArrowheads="1"/>
          </p:cNvSpPr>
          <p:nvPr/>
        </p:nvSpPr>
        <p:spPr bwMode="auto">
          <a:xfrm>
            <a:off x="2519371" y="2277472"/>
            <a:ext cx="1801409"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70" name="AutoShape 6">
            <a:extLst>
              <a:ext uri="{FF2B5EF4-FFF2-40B4-BE49-F238E27FC236}">
                <a16:creationId xmlns:a16="http://schemas.microsoft.com/office/drawing/2014/main" id="{9FB6321C-4519-5532-1CCD-BDA0E93397A7}"/>
              </a:ext>
              <a:ext uri="{C183D7F6-B498-43B3-948B-1728B52AA6E4}">
                <adec:decorative xmlns:adec="http://schemas.microsoft.com/office/drawing/2017/decorative" val="1"/>
              </a:ext>
            </a:extLst>
          </p:cNvPr>
          <p:cNvSpPr>
            <a:spLocks noChangeArrowheads="1"/>
          </p:cNvSpPr>
          <p:nvPr/>
        </p:nvSpPr>
        <p:spPr bwMode="auto">
          <a:xfrm>
            <a:off x="4320775" y="2421133"/>
            <a:ext cx="538566" cy="121345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71" name="AutoShape 7">
            <a:extLst>
              <a:ext uri="{FF2B5EF4-FFF2-40B4-BE49-F238E27FC236}">
                <a16:creationId xmlns:a16="http://schemas.microsoft.com/office/drawing/2014/main" id="{4B12B1E3-C343-F4F7-0385-CDCCCA5F0932}"/>
              </a:ext>
              <a:ext uri="{C183D7F6-B498-43B3-948B-1728B52AA6E4}">
                <adec:decorative xmlns:adec="http://schemas.microsoft.com/office/drawing/2017/decorative" val="1"/>
              </a:ext>
            </a:extLst>
          </p:cNvPr>
          <p:cNvSpPr>
            <a:spLocks noChangeArrowheads="1"/>
          </p:cNvSpPr>
          <p:nvPr/>
        </p:nvSpPr>
        <p:spPr bwMode="auto">
          <a:xfrm>
            <a:off x="4859346" y="2277472"/>
            <a:ext cx="1801409"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72" name="AutoShape 8">
            <a:extLst>
              <a:ext uri="{FF2B5EF4-FFF2-40B4-BE49-F238E27FC236}">
                <a16:creationId xmlns:a16="http://schemas.microsoft.com/office/drawing/2014/main" id="{B553F12E-EDF1-F49F-319C-201EFC44252B}"/>
              </a:ext>
              <a:ext uri="{C183D7F6-B498-43B3-948B-1728B52AA6E4}">
                <adec:decorative xmlns:adec="http://schemas.microsoft.com/office/drawing/2017/decorative" val="1"/>
              </a:ext>
            </a:extLst>
          </p:cNvPr>
          <p:cNvSpPr>
            <a:spLocks noChangeArrowheads="1"/>
          </p:cNvSpPr>
          <p:nvPr/>
        </p:nvSpPr>
        <p:spPr bwMode="auto">
          <a:xfrm>
            <a:off x="6660750" y="2412203"/>
            <a:ext cx="538566" cy="1222380"/>
          </a:xfrm>
          <a:prstGeom prst="flowChartProcess">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73" name="AutoShape 9">
            <a:extLst>
              <a:ext uri="{FF2B5EF4-FFF2-40B4-BE49-F238E27FC236}">
                <a16:creationId xmlns:a16="http://schemas.microsoft.com/office/drawing/2014/main" id="{A946E468-2BA9-1D90-BB09-19563E1AAF15}"/>
              </a:ext>
              <a:ext uri="{C183D7F6-B498-43B3-948B-1728B52AA6E4}">
                <adec:decorative xmlns:adec="http://schemas.microsoft.com/office/drawing/2017/decorative" val="1"/>
              </a:ext>
            </a:extLst>
          </p:cNvPr>
          <p:cNvSpPr>
            <a:spLocks noChangeArrowheads="1"/>
          </p:cNvSpPr>
          <p:nvPr/>
        </p:nvSpPr>
        <p:spPr bwMode="auto">
          <a:xfrm>
            <a:off x="7199321" y="2277472"/>
            <a:ext cx="1863911" cy="1502373"/>
          </a:xfrm>
          <a:prstGeom prst="flowChartPunchedTape">
            <a:avLst/>
          </a:prstGeom>
          <a:solidFill>
            <a:srgbClr val="729FCF"/>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sz="4106"/>
          </a:p>
        </p:txBody>
      </p:sp>
      <p:sp>
        <p:nvSpPr>
          <p:cNvPr id="11274" name="Text Box 10">
            <a:extLst>
              <a:ext uri="{FF2B5EF4-FFF2-40B4-BE49-F238E27FC236}">
                <a16:creationId xmlns:a16="http://schemas.microsoft.com/office/drawing/2014/main" id="{3CA61101-B433-8687-B1E4-08E69190D6B1}"/>
              </a:ext>
            </a:extLst>
          </p:cNvPr>
          <p:cNvSpPr txBox="1">
            <a:spLocks noChangeArrowheads="1"/>
          </p:cNvSpPr>
          <p:nvPr/>
        </p:nvSpPr>
        <p:spPr bwMode="auto">
          <a:xfrm>
            <a:off x="179392" y="2700342"/>
            <a:ext cx="1747837"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dirty="0">
                <a:solidFill>
                  <a:schemeClr val="bg1"/>
                </a:solidFill>
                <a:latin typeface="Arial"/>
                <a:ea typeface="Microsoft YaHei"/>
                <a:cs typeface="Arial"/>
              </a:rPr>
              <a:t>Topic Inspiration</a:t>
            </a:r>
          </a:p>
        </p:txBody>
      </p:sp>
      <p:sp>
        <p:nvSpPr>
          <p:cNvPr id="11278" name="Rectangle 14">
            <a:extLst>
              <a:ext uri="{FF2B5EF4-FFF2-40B4-BE49-F238E27FC236}">
                <a16:creationId xmlns:a16="http://schemas.microsoft.com/office/drawing/2014/main" id="{5199D0A8-772F-FE61-2188-564D3C20A2E6}"/>
              </a:ext>
            </a:extLst>
          </p:cNvPr>
          <p:cNvSpPr>
            <a:spLocks noChangeArrowheads="1"/>
          </p:cNvSpPr>
          <p:nvPr/>
        </p:nvSpPr>
        <p:spPr bwMode="auto">
          <a:xfrm>
            <a:off x="2519372" y="1079507"/>
            <a:ext cx="1260475" cy="900113"/>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sz="2000" dirty="0">
                <a:solidFill>
                  <a:schemeClr val="bg1"/>
                </a:solidFill>
                <a:latin typeface="Arial"/>
                <a:ea typeface="Microsoft YaHei"/>
                <a:cs typeface="Arial"/>
                <a:hlinkClick r:id="rId3">
                  <a:extLst>
                    <a:ext uri="{A12FA001-AC4F-418D-AE19-62706E023703}">
                      <ahyp:hlinkClr xmlns:ahyp="http://schemas.microsoft.com/office/drawing/2018/hyperlinkcolor" val="tx"/>
                    </a:ext>
                  </a:extLst>
                </a:hlinkClick>
              </a:rPr>
              <a:t>Kaggle</a:t>
            </a:r>
            <a:endParaRPr lang="en-GB" altLang="en-US" sz="2000" dirty="0">
              <a:solidFill>
                <a:schemeClr val="bg1"/>
              </a:solidFill>
              <a:cs typeface="Arial"/>
              <a:hlinkClick r:id="rId3">
                <a:extLst>
                  <a:ext uri="{A12FA001-AC4F-418D-AE19-62706E023703}">
                    <ahyp:hlinkClr xmlns:ahyp="http://schemas.microsoft.com/office/drawing/2018/hyperlinkcolor" val="tx"/>
                  </a:ext>
                </a:extLst>
              </a:hlinkClick>
            </a:endParaRPr>
          </a:p>
          <a:p>
            <a:pPr algn="ctr"/>
            <a:r>
              <a:rPr lang="en-GB" altLang="en-US" sz="2000" dirty="0" err="1">
                <a:solidFill>
                  <a:schemeClr val="bg1"/>
                </a:solidFill>
                <a:latin typeface="Arial"/>
                <a:ea typeface="Microsoft YaHei"/>
                <a:cs typeface="Arial"/>
                <a:hlinkClick r:id="rId4">
                  <a:extLst>
                    <a:ext uri="{A12FA001-AC4F-418D-AE19-62706E023703}">
                      <ahyp:hlinkClr xmlns:ahyp="http://schemas.microsoft.com/office/drawing/2018/hyperlinkcolor" val="tx"/>
                    </a:ext>
                  </a:extLst>
                </a:hlinkClick>
              </a:rPr>
              <a:t>Eschome</a:t>
            </a:r>
            <a:endParaRPr lang="en-GB" altLang="en-US" sz="2000" dirty="0">
              <a:solidFill>
                <a:schemeClr val="bg1"/>
              </a:solidFill>
              <a:cs typeface="Arial"/>
              <a:hlinkClick r:id="rId4">
                <a:extLst>
                  <a:ext uri="{A12FA001-AC4F-418D-AE19-62706E023703}">
                    <ahyp:hlinkClr xmlns:ahyp="http://schemas.microsoft.com/office/drawing/2018/hyperlinkcolor" val="tx"/>
                  </a:ext>
                </a:extLst>
              </a:hlinkClick>
            </a:endParaRPr>
          </a:p>
        </p:txBody>
      </p:sp>
      <p:sp>
        <p:nvSpPr>
          <p:cNvPr id="11275" name="Text Box 11">
            <a:extLst>
              <a:ext uri="{FF2B5EF4-FFF2-40B4-BE49-F238E27FC236}">
                <a16:creationId xmlns:a16="http://schemas.microsoft.com/office/drawing/2014/main" id="{F1538495-52DD-09AB-7CB6-2E9BFF5DE431}"/>
              </a:ext>
            </a:extLst>
          </p:cNvPr>
          <p:cNvSpPr txBox="1">
            <a:spLocks noChangeArrowheads="1"/>
          </p:cNvSpPr>
          <p:nvPr/>
        </p:nvSpPr>
        <p:spPr bwMode="auto">
          <a:xfrm>
            <a:off x="2519372" y="2562225"/>
            <a:ext cx="174783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dirty="0">
                <a:solidFill>
                  <a:schemeClr val="bg1"/>
                </a:solidFill>
                <a:latin typeface="Arial"/>
                <a:ea typeface="Microsoft YaHei"/>
                <a:cs typeface="Arial"/>
              </a:rPr>
              <a:t>Information Retrieval and Data Cleaning</a:t>
            </a:r>
          </a:p>
        </p:txBody>
      </p:sp>
      <p:sp>
        <p:nvSpPr>
          <p:cNvPr id="11280" name="Rectangle 16">
            <a:extLst>
              <a:ext uri="{FF2B5EF4-FFF2-40B4-BE49-F238E27FC236}">
                <a16:creationId xmlns:a16="http://schemas.microsoft.com/office/drawing/2014/main" id="{A9F8E2C7-AF3A-AFF5-E259-6AC8511F3D49}"/>
              </a:ext>
            </a:extLst>
          </p:cNvPr>
          <p:cNvSpPr>
            <a:spLocks noChangeArrowheads="1"/>
          </p:cNvSpPr>
          <p:nvPr/>
        </p:nvSpPr>
        <p:spPr bwMode="auto">
          <a:xfrm>
            <a:off x="2700338" y="4319595"/>
            <a:ext cx="1619250" cy="720725"/>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sz="2000" dirty="0">
                <a:solidFill>
                  <a:srgbClr val="FAFAFA"/>
                </a:solidFill>
              </a:rPr>
              <a:t>Python</a:t>
            </a:r>
          </a:p>
        </p:txBody>
      </p:sp>
      <p:sp>
        <p:nvSpPr>
          <p:cNvPr id="11276" name="Text Box 12">
            <a:extLst>
              <a:ext uri="{FF2B5EF4-FFF2-40B4-BE49-F238E27FC236}">
                <a16:creationId xmlns:a16="http://schemas.microsoft.com/office/drawing/2014/main" id="{16D6FE98-88D4-F8F1-5331-0C025932F805}"/>
              </a:ext>
            </a:extLst>
          </p:cNvPr>
          <p:cNvSpPr txBox="1">
            <a:spLocks noChangeArrowheads="1"/>
          </p:cNvSpPr>
          <p:nvPr/>
        </p:nvSpPr>
        <p:spPr bwMode="auto">
          <a:xfrm>
            <a:off x="4859347" y="2562225"/>
            <a:ext cx="1747837" cy="858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dirty="0">
                <a:solidFill>
                  <a:schemeClr val="bg1"/>
                </a:solidFill>
                <a:latin typeface="Arial"/>
                <a:ea typeface="Microsoft YaHei"/>
                <a:cs typeface="Arial"/>
              </a:rPr>
              <a:t>Initial Plot and General Idea Realization</a:t>
            </a:r>
          </a:p>
        </p:txBody>
      </p:sp>
      <p:sp>
        <p:nvSpPr>
          <p:cNvPr id="11279" name="Rectangle 15">
            <a:extLst>
              <a:ext uri="{FF2B5EF4-FFF2-40B4-BE49-F238E27FC236}">
                <a16:creationId xmlns:a16="http://schemas.microsoft.com/office/drawing/2014/main" id="{53CC5FA5-9B54-FF25-1656-87921645FC6C}"/>
              </a:ext>
            </a:extLst>
          </p:cNvPr>
          <p:cNvSpPr>
            <a:spLocks noChangeArrowheads="1"/>
          </p:cNvSpPr>
          <p:nvPr/>
        </p:nvSpPr>
        <p:spPr bwMode="auto">
          <a:xfrm>
            <a:off x="5072817" y="1078713"/>
            <a:ext cx="1533174" cy="883040"/>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 pos="1797050"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sz="2000" dirty="0">
                <a:solidFill>
                  <a:srgbClr val="FAFAFA"/>
                </a:solidFill>
              </a:rPr>
              <a:t>Tableau</a:t>
            </a:r>
          </a:p>
          <a:p>
            <a:pPr algn="ctr"/>
            <a:r>
              <a:rPr lang="en-GB" altLang="en-US" sz="2000" dirty="0">
                <a:solidFill>
                  <a:srgbClr val="FAFAFA"/>
                </a:solidFill>
              </a:rPr>
              <a:t>R</a:t>
            </a:r>
          </a:p>
        </p:txBody>
      </p:sp>
      <p:sp>
        <p:nvSpPr>
          <p:cNvPr id="11277" name="Text Box 13">
            <a:extLst>
              <a:ext uri="{FF2B5EF4-FFF2-40B4-BE49-F238E27FC236}">
                <a16:creationId xmlns:a16="http://schemas.microsoft.com/office/drawing/2014/main" id="{7153B5F2-85C1-AF46-C381-C9C654EAD56A}"/>
              </a:ext>
            </a:extLst>
          </p:cNvPr>
          <p:cNvSpPr txBox="1">
            <a:spLocks noChangeArrowheads="1"/>
          </p:cNvSpPr>
          <p:nvPr/>
        </p:nvSpPr>
        <p:spPr bwMode="auto">
          <a:xfrm>
            <a:off x="7199315" y="2564021"/>
            <a:ext cx="2078435" cy="106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t"/>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r>
              <a:rPr lang="en-GB" altLang="en-US" dirty="0">
                <a:solidFill>
                  <a:schemeClr val="bg1"/>
                </a:solidFill>
                <a:latin typeface="Arial"/>
                <a:ea typeface="Microsoft YaHei"/>
                <a:cs typeface="Arial"/>
              </a:rPr>
              <a:t>Final Graphs and Presentation Preparation</a:t>
            </a:r>
          </a:p>
        </p:txBody>
      </p:sp>
      <p:sp>
        <p:nvSpPr>
          <p:cNvPr id="11281" name="Rectangle 17">
            <a:extLst>
              <a:ext uri="{FF2B5EF4-FFF2-40B4-BE49-F238E27FC236}">
                <a16:creationId xmlns:a16="http://schemas.microsoft.com/office/drawing/2014/main" id="{5FAA61DA-1A17-1B6C-FC08-B8D651F53935}"/>
              </a:ext>
            </a:extLst>
          </p:cNvPr>
          <p:cNvSpPr>
            <a:spLocks noChangeArrowheads="1"/>
          </p:cNvSpPr>
          <p:nvPr/>
        </p:nvSpPr>
        <p:spPr bwMode="auto">
          <a:xfrm>
            <a:off x="7380291" y="4438060"/>
            <a:ext cx="1628178" cy="783235"/>
          </a:xfrm>
          <a:prstGeom prst="rect">
            <a:avLst/>
          </a:prstGeom>
          <a:solidFill>
            <a:srgbClr val="AD1457"/>
          </a:solidFill>
          <a:ln w="9525" cap="flat">
            <a:solidFill>
              <a:srgbClr val="3465A4"/>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61002" rIns="90000" bIns="45000" anchor="ctr"/>
          <a:lstStyle>
            <a:lvl1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1pPr>
            <a:lvl2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2pPr>
            <a:lvl3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3pPr>
            <a:lvl4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4pPr>
            <a:lvl5pPr>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5pPr>
            <a:lvl6pPr marL="25146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6pPr>
            <a:lvl7pPr marL="29718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7pPr>
            <a:lvl8pPr marL="34290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8pPr>
            <a:lvl9pPr marL="3886200" indent="-228600" defTabSz="449263" fontAlgn="base" hangingPunct="0">
              <a:lnSpc>
                <a:spcPct val="93000"/>
              </a:lnSpc>
              <a:spcBef>
                <a:spcPts val="13"/>
              </a:spcBef>
              <a:spcAft>
                <a:spcPts val="13"/>
              </a:spcAft>
              <a:buClr>
                <a:srgbClr val="000000"/>
              </a:buClr>
              <a:buSzPct val="100000"/>
              <a:buFont typeface="Times New Roman" panose="02020603050405020304" pitchFamily="18" charset="0"/>
              <a:tabLst>
                <a:tab pos="449263" algn="l"/>
                <a:tab pos="898525" algn="l"/>
                <a:tab pos="1347788" algn="l"/>
              </a:tabLst>
              <a:defRPr>
                <a:solidFill>
                  <a:srgbClr val="000000"/>
                </a:solidFill>
                <a:latin typeface="Arial" panose="020B0604020202020204" pitchFamily="34" charset="0"/>
                <a:ea typeface="Microsoft YaHei" panose="020B0503020204020204" pitchFamily="34" charset="-122"/>
              </a:defRPr>
            </a:lvl9pPr>
          </a:lstStyle>
          <a:p>
            <a:pPr algn="ctr"/>
            <a:r>
              <a:rPr lang="en-GB" altLang="en-US" sz="2000" dirty="0">
                <a:solidFill>
                  <a:srgbClr val="FAFAFA"/>
                </a:solidFill>
                <a:latin typeface="Arial"/>
                <a:ea typeface="Microsoft YaHei"/>
                <a:cs typeface="Arial"/>
              </a:rPr>
              <a:t>Microsoft PowerPoint</a:t>
            </a:r>
            <a:endParaRPr lang="en-GB" altLang="en-US" sz="2000" dirty="0">
              <a:solidFill>
                <a:srgbClr val="FAFAFA"/>
              </a:solidFill>
            </a:endParaRPr>
          </a:p>
        </p:txBody>
      </p:sp>
      <p:cxnSp>
        <p:nvCxnSpPr>
          <p:cNvPr id="11282" name="AutoShape 18">
            <a:extLst>
              <a:ext uri="{FF2B5EF4-FFF2-40B4-BE49-F238E27FC236}">
                <a16:creationId xmlns:a16="http://schemas.microsoft.com/office/drawing/2014/main" id="{2514FCDD-1C31-5979-F937-D90C3F1AA8AF}"/>
              </a:ext>
              <a:ext uri="{C183D7F6-B498-43B3-948B-1728B52AA6E4}">
                <adec:decorative xmlns:adec="http://schemas.microsoft.com/office/drawing/2017/decorative" val="1"/>
              </a:ext>
            </a:extLst>
          </p:cNvPr>
          <p:cNvCxnSpPr>
            <a:cxnSpLocks noChangeShapeType="1"/>
            <a:stCxn id="11268" idx="0"/>
            <a:endCxn id="11278" idx="1"/>
          </p:cNvCxnSpPr>
          <p:nvPr/>
        </p:nvCxnSpPr>
        <p:spPr bwMode="auto">
          <a:xfrm rot="5400000" flipH="1" flipV="1">
            <a:off x="1925540" y="1827319"/>
            <a:ext cx="891576" cy="296069"/>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3" name="AutoShape 19">
            <a:extLst>
              <a:ext uri="{FF2B5EF4-FFF2-40B4-BE49-F238E27FC236}">
                <a16:creationId xmlns:a16="http://schemas.microsoft.com/office/drawing/2014/main" id="{BC148AD4-3057-D1F3-9134-C54117808553}"/>
              </a:ext>
              <a:ext uri="{C183D7F6-B498-43B3-948B-1728B52AA6E4}">
                <adec:decorative xmlns:adec="http://schemas.microsoft.com/office/drawing/2017/decorative" val="1"/>
              </a:ext>
            </a:extLst>
          </p:cNvPr>
          <p:cNvCxnSpPr>
            <a:cxnSpLocks noChangeShapeType="1"/>
            <a:stCxn id="11270" idx="2"/>
            <a:endCxn id="11280" idx="3"/>
          </p:cNvCxnSpPr>
          <p:nvPr/>
        </p:nvCxnSpPr>
        <p:spPr bwMode="auto">
          <a:xfrm rot="5400000">
            <a:off x="3932138" y="4022042"/>
            <a:ext cx="1045368" cy="270467"/>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4" name="AutoShape 20">
            <a:extLst>
              <a:ext uri="{FF2B5EF4-FFF2-40B4-BE49-F238E27FC236}">
                <a16:creationId xmlns:a16="http://schemas.microsoft.com/office/drawing/2014/main" id="{8B8F27D4-1BD7-96F7-0882-EBDA866DA273}"/>
              </a:ext>
              <a:ext uri="{C183D7F6-B498-43B3-948B-1728B52AA6E4}">
                <adec:decorative xmlns:adec="http://schemas.microsoft.com/office/drawing/2017/decorative" val="1"/>
              </a:ext>
            </a:extLst>
          </p:cNvPr>
          <p:cNvCxnSpPr>
            <a:cxnSpLocks noChangeShapeType="1"/>
            <a:stCxn id="11272" idx="0"/>
            <a:endCxn id="11279" idx="3"/>
          </p:cNvCxnSpPr>
          <p:nvPr/>
        </p:nvCxnSpPr>
        <p:spPr bwMode="auto">
          <a:xfrm rot="16200000" flipV="1">
            <a:off x="6322026" y="1804206"/>
            <a:ext cx="891970" cy="324039"/>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285" name="AutoShape 21">
            <a:extLst>
              <a:ext uri="{FF2B5EF4-FFF2-40B4-BE49-F238E27FC236}">
                <a16:creationId xmlns:a16="http://schemas.microsoft.com/office/drawing/2014/main" id="{50CD4D02-940A-5E63-5C1D-86D6AD03DB40}"/>
              </a:ext>
              <a:ext uri="{C183D7F6-B498-43B3-948B-1728B52AA6E4}">
                <adec:decorative xmlns:adec="http://schemas.microsoft.com/office/drawing/2017/decorative" val="1"/>
              </a:ext>
            </a:extLst>
          </p:cNvPr>
          <p:cNvCxnSpPr>
            <a:cxnSpLocks noChangeShapeType="1"/>
            <a:stCxn id="11266" idx="2"/>
            <a:endCxn id="11281" idx="3"/>
          </p:cNvCxnSpPr>
          <p:nvPr/>
        </p:nvCxnSpPr>
        <p:spPr bwMode="auto">
          <a:xfrm rot="5400000">
            <a:off x="8575155" y="4067899"/>
            <a:ext cx="1195088" cy="328465"/>
          </a:xfrm>
          <a:prstGeom prst="bentConnector2">
            <a:avLst/>
          </a:prstGeom>
          <a:noFill/>
          <a:ln w="38160" cap="flat">
            <a:solidFill>
              <a:srgbClr val="AD14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289" name="Rectangle 1">
            <a:extLst>
              <a:ext uri="{FF2B5EF4-FFF2-40B4-BE49-F238E27FC236}">
                <a16:creationId xmlns:a16="http://schemas.microsoft.com/office/drawing/2014/main" id="{3FC2C535-B5D9-E6F4-6954-3D3CCAF7D223}"/>
              </a:ext>
            </a:extLst>
          </p:cNvPr>
          <p:cNvSpPr>
            <a:spLocks noGrp="1" noChangeArrowheads="1"/>
          </p:cNvSpPr>
          <p:nvPr>
            <p:ph type="subTitle"/>
          </p:nvPr>
        </p:nvSpPr>
        <p:spPr>
          <a:xfrm>
            <a:off x="541342" y="2227480"/>
            <a:ext cx="9070975" cy="1753034"/>
          </a:xfrm>
          <a:ln/>
        </p:spPr>
        <p:txBody>
          <a:bodyPr vert="horz" wrap="square" lIns="0" tIns="35560" rIns="0" bIns="0" numCol="1" rtlCol="0" anchor="ctr" anchorCtr="0" compatLnSpc="1">
            <a:prstTxWarp prst="textNoShape">
              <a:avLst/>
            </a:prstTxWarp>
            <a:normAutofit/>
          </a:bodyPr>
          <a:lstStyle/>
          <a:p>
            <a:pPr>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pPr>
            <a:r>
              <a:rPr lang="en-GB" altLang="en-US" sz="4000" b="1" dirty="0">
                <a:solidFill>
                  <a:srgbClr val="FAFAFA"/>
                </a:solidFill>
              </a:rPr>
              <a:t>Mutua </a:t>
            </a:r>
            <a:r>
              <a:rPr lang="en-GB" altLang="en-US" sz="4000" b="1" dirty="0" err="1">
                <a:solidFill>
                  <a:srgbClr val="FAFAFA"/>
                </a:solidFill>
              </a:rPr>
              <a:t>Fadhla</a:t>
            </a:r>
            <a:r>
              <a:rPr lang="en-GB" altLang="en-US" sz="4000" b="1" dirty="0">
                <a:solidFill>
                  <a:srgbClr val="FAFAFA"/>
                </a:solidFill>
              </a:rPr>
              <a:t> Mohamed</a:t>
            </a:r>
            <a:br>
              <a:rPr lang="en-GB" altLang="en-US" sz="4000" b="1" dirty="0">
                <a:solidFill>
                  <a:srgbClr val="FAFAFA"/>
                </a:solidFill>
              </a:rPr>
            </a:br>
            <a:r>
              <a:rPr lang="en-GB" altLang="en-US" sz="4000" b="1" dirty="0">
                <a:solidFill>
                  <a:srgbClr val="FAFAFA"/>
                </a:solidFill>
              </a:rPr>
              <a:t>SM3201434</a:t>
            </a:r>
          </a:p>
          <a:p>
            <a:pPr>
              <a:tabLst>
                <a:tab pos="449296" algn="l"/>
                <a:tab pos="898592" algn="l"/>
                <a:tab pos="1347889" algn="l"/>
                <a:tab pos="1797185" algn="l"/>
                <a:tab pos="2246482" algn="l"/>
                <a:tab pos="2695778" algn="l"/>
                <a:tab pos="3145074" algn="l"/>
                <a:tab pos="3594369" algn="l"/>
                <a:tab pos="4043667" algn="l"/>
                <a:tab pos="4492962" algn="l"/>
                <a:tab pos="4942259" algn="l"/>
                <a:tab pos="5391554" algn="l"/>
                <a:tab pos="5840851" algn="l"/>
                <a:tab pos="6290147" algn="l"/>
                <a:tab pos="6739444" algn="l"/>
                <a:tab pos="7188739" algn="l"/>
                <a:tab pos="7638036" algn="l"/>
                <a:tab pos="8087332" algn="l"/>
                <a:tab pos="8536628" algn="l"/>
                <a:tab pos="8985924" algn="l"/>
              </a:tabLst>
            </a:pPr>
            <a:endParaRPr lang="en-GB" altLang="en-US" sz="4000" b="1" dirty="0">
              <a:solidFill>
                <a:srgbClr val="FAFAFA"/>
              </a:solidFill>
            </a:endParaRPr>
          </a:p>
        </p:txBody>
      </p:sp>
      <p:sp>
        <p:nvSpPr>
          <p:cNvPr id="2" name="Title 1">
            <a:extLst>
              <a:ext uri="{FF2B5EF4-FFF2-40B4-BE49-F238E27FC236}">
                <a16:creationId xmlns:a16="http://schemas.microsoft.com/office/drawing/2014/main" id="{FC0556D4-B1B7-3E7A-D162-EA6FE0381F14}"/>
              </a:ext>
            </a:extLst>
          </p:cNvPr>
          <p:cNvSpPr>
            <a:spLocks noGrp="1"/>
          </p:cNvSpPr>
          <p:nvPr>
            <p:ph type="title"/>
          </p:nvPr>
        </p:nvSpPr>
        <p:spPr>
          <a:xfrm>
            <a:off x="541345" y="1537857"/>
            <a:ext cx="9069387" cy="1028700"/>
          </a:xfrm>
        </p:spPr>
        <p:txBody>
          <a:bodyPr/>
          <a:lstStyle/>
          <a:p>
            <a:r>
              <a:rPr lang="en-GB" altLang="en-US" b="1" dirty="0">
                <a:solidFill>
                  <a:srgbClr val="FAFAFA"/>
                </a:solidFill>
              </a:rPr>
              <a:t>Thank You For Your Attention</a:t>
            </a:r>
            <a:br>
              <a:rPr lang="en-GB" altLang="en-US" b="1" dirty="0">
                <a:solidFill>
                  <a:srgbClr val="FAFAFA"/>
                </a:solidFill>
              </a:rPr>
            </a:br>
            <a:endParaRPr lang="en-GB" dirty="0"/>
          </a:p>
        </p:txBody>
      </p:sp>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ts val="13"/>
          </a:spcBef>
          <a:spcAft>
            <a:spcPts val="13"/>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ea typeface="Microsoft YaHei" panose="020B0503020204020204" pitchFamily="34"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TotalTime>
  <Words>428</Words>
  <Application>Microsoft Office PowerPoint</Application>
  <PresentationFormat>Custom</PresentationFormat>
  <Paragraphs>103</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Times New Roman</vt:lpstr>
      <vt:lpstr>Office Theme</vt:lpstr>
      <vt:lpstr>Eurovision  Trends from 2016 to 2022</vt:lpstr>
      <vt:lpstr>About the Project</vt:lpstr>
      <vt:lpstr>How are Poll opinions compared to the Public over the years?</vt:lpstr>
      <vt:lpstr>How Eurovision is Scored</vt:lpstr>
      <vt:lpstr>Poll vs Public Similarity By Year (2016-2022)</vt:lpstr>
      <vt:lpstr>Graph Information</vt:lpstr>
      <vt:lpstr>How did Jury influence the  Final outcomes in the worst Year?</vt:lpstr>
      <vt:lpstr>How Ranking Shifted in 2018</vt:lpstr>
      <vt:lpstr>Graph Information</vt:lpstr>
      <vt:lpstr>WorkFlow</vt:lpstr>
      <vt:lpstr>Thank You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fadla mutua</dc:creator>
  <cp:lastModifiedBy>MUTUA FADHLA MOHAMED [SM3201434]</cp:lastModifiedBy>
  <cp:revision>7</cp:revision>
  <cp:lastPrinted>2026-03-07T05:59:44Z</cp:lastPrinted>
  <dcterms:created xsi:type="dcterms:W3CDTF">2026-02-18T13:02:12Z</dcterms:created>
  <dcterms:modified xsi:type="dcterms:W3CDTF">2026-03-07T06:07:18Z</dcterms:modified>
</cp:coreProperties>
</file>